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0" d="100"/>
          <a:sy n="90" d="100"/>
        </p:scale>
        <p:origin x="37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5962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3.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1.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3.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38.png"/><Relationship Id="rId5" Type="http://schemas.openxmlformats.org/officeDocument/2006/relationships/image" Target="../media/image33.png"/><Relationship Id="rId15" Type="http://schemas.openxmlformats.org/officeDocument/2006/relationships/image" Target="../media/image42.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2.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4.xml.rels><?xml version="1.0" encoding="UTF-8" standalone="yes"?>
<Relationships xmlns="http://schemas.openxmlformats.org/package/2006/relationships"><Relationship Id="rId13" Type="http://schemas.openxmlformats.org/officeDocument/2006/relationships/image" Target="../media/image57.png"/><Relationship Id="rId18" Type="http://schemas.openxmlformats.org/officeDocument/2006/relationships/image" Target="../media/image62.png"/><Relationship Id="rId26" Type="http://schemas.openxmlformats.org/officeDocument/2006/relationships/image" Target="../media/image70.png"/><Relationship Id="rId3" Type="http://schemas.openxmlformats.org/officeDocument/2006/relationships/image" Target="../media/image31.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69.png"/><Relationship Id="rId33"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60.png"/><Relationship Id="rId20" Type="http://schemas.openxmlformats.org/officeDocument/2006/relationships/image" Target="../media/image64.png"/><Relationship Id="rId29"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55.png"/><Relationship Id="rId24" Type="http://schemas.openxmlformats.org/officeDocument/2006/relationships/image" Target="../media/image68.png"/><Relationship Id="rId32" Type="http://schemas.openxmlformats.org/officeDocument/2006/relationships/image" Target="../media/image76.png"/><Relationship Id="rId5" Type="http://schemas.openxmlformats.org/officeDocument/2006/relationships/image" Target="../media/image50.png"/><Relationship Id="rId15" Type="http://schemas.openxmlformats.org/officeDocument/2006/relationships/image" Target="../media/image59.png"/><Relationship Id="rId23" Type="http://schemas.openxmlformats.org/officeDocument/2006/relationships/image" Target="../media/image67.png"/><Relationship Id="rId28" Type="http://schemas.openxmlformats.org/officeDocument/2006/relationships/image" Target="../media/image72.png"/><Relationship Id="rId10" Type="http://schemas.openxmlformats.org/officeDocument/2006/relationships/image" Target="../media/image54.png"/><Relationship Id="rId19" Type="http://schemas.openxmlformats.org/officeDocument/2006/relationships/image" Target="../media/image63.png"/><Relationship Id="rId31" Type="http://schemas.openxmlformats.org/officeDocument/2006/relationships/image" Target="../media/image75.png"/><Relationship Id="rId4" Type="http://schemas.openxmlformats.org/officeDocument/2006/relationships/image" Target="../media/image12.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 Id="rId27" Type="http://schemas.openxmlformats.org/officeDocument/2006/relationships/image" Target="../media/image71.png"/><Relationship Id="rId30" Type="http://schemas.openxmlformats.org/officeDocument/2006/relationships/image" Target="../media/image74.png"/><Relationship Id="rId8" Type="http://schemas.openxmlformats.org/officeDocument/2006/relationships/image" Target="../media/image52.png"/></Relationships>
</file>

<file path=ppt/slides/_rels/slide5.xml.rels><?xml version="1.0" encoding="UTF-8" standalone="yes"?>
<Relationships xmlns="http://schemas.openxmlformats.org/package/2006/relationships"><Relationship Id="rId13" Type="http://schemas.openxmlformats.org/officeDocument/2006/relationships/image" Target="../media/image83.png"/><Relationship Id="rId18" Type="http://schemas.openxmlformats.org/officeDocument/2006/relationships/image" Target="../media/image88.png"/><Relationship Id="rId26" Type="http://schemas.openxmlformats.org/officeDocument/2006/relationships/image" Target="../media/image96.png"/><Relationship Id="rId39" Type="http://schemas.openxmlformats.org/officeDocument/2006/relationships/image" Target="../media/image49.png"/><Relationship Id="rId21" Type="http://schemas.openxmlformats.org/officeDocument/2006/relationships/image" Target="../media/image91.png"/><Relationship Id="rId34" Type="http://schemas.openxmlformats.org/officeDocument/2006/relationships/image" Target="../media/image104.png"/><Relationship Id="rId7" Type="http://schemas.openxmlformats.org/officeDocument/2006/relationships/image" Target="../media/image77.png"/><Relationship Id="rId12" Type="http://schemas.openxmlformats.org/officeDocument/2006/relationships/image" Target="../media/image82.png"/><Relationship Id="rId17" Type="http://schemas.openxmlformats.org/officeDocument/2006/relationships/image" Target="../media/image87.png"/><Relationship Id="rId25" Type="http://schemas.openxmlformats.org/officeDocument/2006/relationships/image" Target="../media/image95.png"/><Relationship Id="rId33" Type="http://schemas.openxmlformats.org/officeDocument/2006/relationships/image" Target="../media/image103.png"/><Relationship Id="rId38" Type="http://schemas.openxmlformats.org/officeDocument/2006/relationships/image" Target="../media/image108.png"/><Relationship Id="rId2" Type="http://schemas.openxmlformats.org/officeDocument/2006/relationships/notesSlide" Target="../notesSlides/notesSlide5.xml"/><Relationship Id="rId16" Type="http://schemas.openxmlformats.org/officeDocument/2006/relationships/image" Target="../media/image86.png"/><Relationship Id="rId20" Type="http://schemas.openxmlformats.org/officeDocument/2006/relationships/image" Target="../media/image90.png"/><Relationship Id="rId29" Type="http://schemas.openxmlformats.org/officeDocument/2006/relationships/image" Target="../media/image99.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81.png"/><Relationship Id="rId24" Type="http://schemas.openxmlformats.org/officeDocument/2006/relationships/image" Target="../media/image94.png"/><Relationship Id="rId32" Type="http://schemas.openxmlformats.org/officeDocument/2006/relationships/image" Target="../media/image102.png"/><Relationship Id="rId37" Type="http://schemas.openxmlformats.org/officeDocument/2006/relationships/image" Target="../media/image107.png"/><Relationship Id="rId40" Type="http://schemas.openxmlformats.org/officeDocument/2006/relationships/image" Target="../media/image109.png"/><Relationship Id="rId5" Type="http://schemas.openxmlformats.org/officeDocument/2006/relationships/image" Target="../media/image50.png"/><Relationship Id="rId15" Type="http://schemas.openxmlformats.org/officeDocument/2006/relationships/image" Target="../media/image85.png"/><Relationship Id="rId23" Type="http://schemas.openxmlformats.org/officeDocument/2006/relationships/image" Target="../media/image93.png"/><Relationship Id="rId28" Type="http://schemas.openxmlformats.org/officeDocument/2006/relationships/image" Target="../media/image98.png"/><Relationship Id="rId36" Type="http://schemas.openxmlformats.org/officeDocument/2006/relationships/image" Target="../media/image106.png"/><Relationship Id="rId10" Type="http://schemas.openxmlformats.org/officeDocument/2006/relationships/image" Target="../media/image80.png"/><Relationship Id="rId19" Type="http://schemas.openxmlformats.org/officeDocument/2006/relationships/image" Target="../media/image89.png"/><Relationship Id="rId31" Type="http://schemas.openxmlformats.org/officeDocument/2006/relationships/image" Target="../media/image101.png"/><Relationship Id="rId4" Type="http://schemas.openxmlformats.org/officeDocument/2006/relationships/image" Target="../media/image12.png"/><Relationship Id="rId9" Type="http://schemas.openxmlformats.org/officeDocument/2006/relationships/image" Target="../media/image79.png"/><Relationship Id="rId14" Type="http://schemas.openxmlformats.org/officeDocument/2006/relationships/image" Target="../media/image84.png"/><Relationship Id="rId22" Type="http://schemas.openxmlformats.org/officeDocument/2006/relationships/image" Target="../media/image92.png"/><Relationship Id="rId27" Type="http://schemas.openxmlformats.org/officeDocument/2006/relationships/image" Target="../media/image97.png"/><Relationship Id="rId30" Type="http://schemas.openxmlformats.org/officeDocument/2006/relationships/image" Target="../media/image100.png"/><Relationship Id="rId35" Type="http://schemas.openxmlformats.org/officeDocument/2006/relationships/image" Target="../media/image105.png"/><Relationship Id="rId8" Type="http://schemas.openxmlformats.org/officeDocument/2006/relationships/image" Target="../media/image78.png"/><Relationship Id="rId3" Type="http://schemas.openxmlformats.org/officeDocument/2006/relationships/image" Target="../media/image31.png"/></Relationships>
</file>

<file path=ppt/slides/_rels/slide6.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18" Type="http://schemas.openxmlformats.org/officeDocument/2006/relationships/image" Target="../media/image121.jpg"/><Relationship Id="rId26" Type="http://schemas.openxmlformats.org/officeDocument/2006/relationships/image" Target="../media/image129.png"/><Relationship Id="rId3" Type="http://schemas.openxmlformats.org/officeDocument/2006/relationships/image" Target="../media/image31.png"/><Relationship Id="rId21" Type="http://schemas.openxmlformats.org/officeDocument/2006/relationships/image" Target="../media/image124.png"/><Relationship Id="rId7" Type="http://schemas.openxmlformats.org/officeDocument/2006/relationships/image" Target="../media/image110.png"/><Relationship Id="rId12" Type="http://schemas.openxmlformats.org/officeDocument/2006/relationships/image" Target="../media/image115.png"/><Relationship Id="rId17" Type="http://schemas.openxmlformats.org/officeDocument/2006/relationships/image" Target="../media/image120.png"/><Relationship Id="rId25" Type="http://schemas.openxmlformats.org/officeDocument/2006/relationships/image" Target="../media/image128.png"/><Relationship Id="rId2" Type="http://schemas.openxmlformats.org/officeDocument/2006/relationships/notesSlide" Target="../notesSlides/notesSlide6.xml"/><Relationship Id="rId16" Type="http://schemas.openxmlformats.org/officeDocument/2006/relationships/image" Target="../media/image119.png"/><Relationship Id="rId20" Type="http://schemas.openxmlformats.org/officeDocument/2006/relationships/image" Target="../media/image123.png"/><Relationship Id="rId29" Type="http://schemas.openxmlformats.org/officeDocument/2006/relationships/image" Target="../media/image132.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14.png"/><Relationship Id="rId24" Type="http://schemas.openxmlformats.org/officeDocument/2006/relationships/image" Target="../media/image127.png"/><Relationship Id="rId5" Type="http://schemas.openxmlformats.org/officeDocument/2006/relationships/image" Target="../media/image50.png"/><Relationship Id="rId15" Type="http://schemas.openxmlformats.org/officeDocument/2006/relationships/image" Target="../media/image118.png"/><Relationship Id="rId23" Type="http://schemas.openxmlformats.org/officeDocument/2006/relationships/image" Target="../media/image126.png"/><Relationship Id="rId28" Type="http://schemas.openxmlformats.org/officeDocument/2006/relationships/image" Target="../media/image131.png"/><Relationship Id="rId10" Type="http://schemas.openxmlformats.org/officeDocument/2006/relationships/image" Target="../media/image113.png"/><Relationship Id="rId19" Type="http://schemas.openxmlformats.org/officeDocument/2006/relationships/image" Target="../media/image122.png"/><Relationship Id="rId31" Type="http://schemas.openxmlformats.org/officeDocument/2006/relationships/image" Target="../media/image49.png"/><Relationship Id="rId4" Type="http://schemas.openxmlformats.org/officeDocument/2006/relationships/image" Target="../media/image12.png"/><Relationship Id="rId9" Type="http://schemas.openxmlformats.org/officeDocument/2006/relationships/image" Target="../media/image112.png"/><Relationship Id="rId14" Type="http://schemas.openxmlformats.org/officeDocument/2006/relationships/image" Target="../media/image117.png"/><Relationship Id="rId22" Type="http://schemas.openxmlformats.org/officeDocument/2006/relationships/image" Target="../media/image125.png"/><Relationship Id="rId27" Type="http://schemas.openxmlformats.org/officeDocument/2006/relationships/image" Target="../media/image130.png"/><Relationship Id="rId30" Type="http://schemas.openxmlformats.org/officeDocument/2006/relationships/image" Target="../media/image133.png"/></Relationships>
</file>

<file path=ppt/slides/_rels/slide7.xml.rels><?xml version="1.0" encoding="UTF-8" standalone="yes"?>
<Relationships xmlns="http://schemas.openxmlformats.org/package/2006/relationships"><Relationship Id="rId8" Type="http://schemas.openxmlformats.org/officeDocument/2006/relationships/image" Target="../media/image135.png"/><Relationship Id="rId13" Type="http://schemas.openxmlformats.org/officeDocument/2006/relationships/image" Target="../media/image139.png"/><Relationship Id="rId3" Type="http://schemas.openxmlformats.org/officeDocument/2006/relationships/image" Target="../media/image31.png"/><Relationship Id="rId7" Type="http://schemas.openxmlformats.org/officeDocument/2006/relationships/image" Target="../media/image134.png"/><Relationship Id="rId12"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38.png"/><Relationship Id="rId5" Type="http://schemas.openxmlformats.org/officeDocument/2006/relationships/image" Target="../media/image50.png"/><Relationship Id="rId15" Type="http://schemas.openxmlformats.org/officeDocument/2006/relationships/image" Target="../media/image49.png"/><Relationship Id="rId10" Type="http://schemas.openxmlformats.org/officeDocument/2006/relationships/image" Target="../media/image137.png"/><Relationship Id="rId4" Type="http://schemas.openxmlformats.org/officeDocument/2006/relationships/image" Target="../media/image12.png"/><Relationship Id="rId9" Type="http://schemas.openxmlformats.org/officeDocument/2006/relationships/image" Target="../media/image136.png"/><Relationship Id="rId14" Type="http://schemas.openxmlformats.org/officeDocument/2006/relationships/image" Target="../media/image140.png"/></Relationships>
</file>

<file path=ppt/slides/_rels/slide8.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146.png"/><Relationship Id="rId18" Type="http://schemas.openxmlformats.org/officeDocument/2006/relationships/image" Target="../media/image151.png"/><Relationship Id="rId3" Type="http://schemas.openxmlformats.org/officeDocument/2006/relationships/image" Target="../media/image31.png"/><Relationship Id="rId21" Type="http://schemas.openxmlformats.org/officeDocument/2006/relationships/image" Target="../media/image154.png"/><Relationship Id="rId7" Type="http://schemas.openxmlformats.org/officeDocument/2006/relationships/image" Target="../media/image141.png"/><Relationship Id="rId12" Type="http://schemas.openxmlformats.org/officeDocument/2006/relationships/image" Target="../media/image88.png"/><Relationship Id="rId17" Type="http://schemas.openxmlformats.org/officeDocument/2006/relationships/image" Target="../media/image150.png"/><Relationship Id="rId2" Type="http://schemas.openxmlformats.org/officeDocument/2006/relationships/notesSlide" Target="../notesSlides/notesSlide8.xml"/><Relationship Id="rId16" Type="http://schemas.openxmlformats.org/officeDocument/2006/relationships/image" Target="../media/image149.png"/><Relationship Id="rId20" Type="http://schemas.openxmlformats.org/officeDocument/2006/relationships/image" Target="../media/image153.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45.png"/><Relationship Id="rId5" Type="http://schemas.openxmlformats.org/officeDocument/2006/relationships/image" Target="../media/image50.png"/><Relationship Id="rId15" Type="http://schemas.openxmlformats.org/officeDocument/2006/relationships/image" Target="../media/image148.png"/><Relationship Id="rId10" Type="http://schemas.openxmlformats.org/officeDocument/2006/relationships/image" Target="../media/image144.png"/><Relationship Id="rId19" Type="http://schemas.openxmlformats.org/officeDocument/2006/relationships/image" Target="../media/image152.png"/><Relationship Id="rId4" Type="http://schemas.openxmlformats.org/officeDocument/2006/relationships/image" Target="../media/image12.png"/><Relationship Id="rId9" Type="http://schemas.openxmlformats.org/officeDocument/2006/relationships/image" Target="../media/image143.png"/><Relationship Id="rId14" Type="http://schemas.openxmlformats.org/officeDocument/2006/relationships/image" Target="../media/image147.png"/><Relationship Id="rId22" Type="http://schemas.openxmlformats.org/officeDocument/2006/relationships/image" Target="../media/image49.png"/></Relationships>
</file>

<file path=ppt/slides/_rels/slide9.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1.png"/><Relationship Id="rId18" Type="http://schemas.openxmlformats.org/officeDocument/2006/relationships/image" Target="../media/image166.png"/><Relationship Id="rId26" Type="http://schemas.openxmlformats.org/officeDocument/2006/relationships/image" Target="../media/image174.png"/><Relationship Id="rId3" Type="http://schemas.openxmlformats.org/officeDocument/2006/relationships/image" Target="../media/image31.png"/><Relationship Id="rId21" Type="http://schemas.openxmlformats.org/officeDocument/2006/relationships/image" Target="../media/image169.png"/><Relationship Id="rId7" Type="http://schemas.openxmlformats.org/officeDocument/2006/relationships/image" Target="../media/image155.png"/><Relationship Id="rId12" Type="http://schemas.openxmlformats.org/officeDocument/2006/relationships/image" Target="../media/image160.png"/><Relationship Id="rId17" Type="http://schemas.openxmlformats.org/officeDocument/2006/relationships/image" Target="../media/image165.png"/><Relationship Id="rId25" Type="http://schemas.openxmlformats.org/officeDocument/2006/relationships/image" Target="../media/image173.png"/><Relationship Id="rId2" Type="http://schemas.openxmlformats.org/officeDocument/2006/relationships/notesSlide" Target="../notesSlides/notesSlide9.xml"/><Relationship Id="rId16" Type="http://schemas.openxmlformats.org/officeDocument/2006/relationships/image" Target="../media/image164.png"/><Relationship Id="rId20" Type="http://schemas.openxmlformats.org/officeDocument/2006/relationships/image" Target="../media/image168.png"/><Relationship Id="rId29"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59.png"/><Relationship Id="rId24" Type="http://schemas.openxmlformats.org/officeDocument/2006/relationships/image" Target="../media/image172.png"/><Relationship Id="rId5" Type="http://schemas.openxmlformats.org/officeDocument/2006/relationships/image" Target="../media/image50.png"/><Relationship Id="rId15" Type="http://schemas.openxmlformats.org/officeDocument/2006/relationships/image" Target="../media/image163.png"/><Relationship Id="rId23" Type="http://schemas.openxmlformats.org/officeDocument/2006/relationships/image" Target="../media/image171.png"/><Relationship Id="rId28" Type="http://schemas.openxmlformats.org/officeDocument/2006/relationships/image" Target="../media/image88.png"/><Relationship Id="rId10" Type="http://schemas.openxmlformats.org/officeDocument/2006/relationships/image" Target="../media/image158.png"/><Relationship Id="rId19" Type="http://schemas.openxmlformats.org/officeDocument/2006/relationships/image" Target="../media/image167.png"/><Relationship Id="rId4" Type="http://schemas.openxmlformats.org/officeDocument/2006/relationships/image" Target="../media/image12.png"/><Relationship Id="rId9" Type="http://schemas.openxmlformats.org/officeDocument/2006/relationships/image" Target="../media/image157.png"/><Relationship Id="rId14" Type="http://schemas.openxmlformats.org/officeDocument/2006/relationships/image" Target="../media/image162.png"/><Relationship Id="rId22" Type="http://schemas.openxmlformats.org/officeDocument/2006/relationships/image" Target="../media/image170.png"/><Relationship Id="rId27" Type="http://schemas.openxmlformats.org/officeDocument/2006/relationships/image" Target="../media/image175.png"/></Relationships>
</file>

<file path=ppt/slides/_rels/slide10.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2.png"/><Relationship Id="rId18" Type="http://schemas.openxmlformats.org/officeDocument/2006/relationships/image" Target="../media/image187.png"/><Relationship Id="rId3" Type="http://schemas.openxmlformats.org/officeDocument/2006/relationships/image" Target="../media/image31.png"/><Relationship Id="rId21" Type="http://schemas.openxmlformats.org/officeDocument/2006/relationships/image" Target="../media/image190.png"/><Relationship Id="rId7" Type="http://schemas.openxmlformats.org/officeDocument/2006/relationships/image" Target="../media/image176.png"/><Relationship Id="rId12" Type="http://schemas.openxmlformats.org/officeDocument/2006/relationships/image" Target="../media/image181.png"/><Relationship Id="rId17" Type="http://schemas.openxmlformats.org/officeDocument/2006/relationships/image" Target="../media/image186.png"/><Relationship Id="rId2" Type="http://schemas.openxmlformats.org/officeDocument/2006/relationships/notesSlide" Target="../notesSlides/notesSlide10.xml"/><Relationship Id="rId16" Type="http://schemas.openxmlformats.org/officeDocument/2006/relationships/image" Target="../media/image185.png"/><Relationship Id="rId20" Type="http://schemas.openxmlformats.org/officeDocument/2006/relationships/image" Target="../media/image189.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80.png"/><Relationship Id="rId24" Type="http://schemas.openxmlformats.org/officeDocument/2006/relationships/image" Target="../media/image49.png"/><Relationship Id="rId5" Type="http://schemas.openxmlformats.org/officeDocument/2006/relationships/image" Target="../media/image50.png"/><Relationship Id="rId15" Type="http://schemas.openxmlformats.org/officeDocument/2006/relationships/image" Target="../media/image184.png"/><Relationship Id="rId23" Type="http://schemas.openxmlformats.org/officeDocument/2006/relationships/image" Target="../media/image192.png"/><Relationship Id="rId10" Type="http://schemas.openxmlformats.org/officeDocument/2006/relationships/image" Target="../media/image179.png"/><Relationship Id="rId19" Type="http://schemas.openxmlformats.org/officeDocument/2006/relationships/image" Target="../media/image188.png"/><Relationship Id="rId4" Type="http://schemas.openxmlformats.org/officeDocument/2006/relationships/image" Target="../media/image12.png"/><Relationship Id="rId9" Type="http://schemas.openxmlformats.org/officeDocument/2006/relationships/image" Target="../media/image178.png"/><Relationship Id="rId14" Type="http://schemas.openxmlformats.org/officeDocument/2006/relationships/image" Target="../media/image183.png"/><Relationship Id="rId22" Type="http://schemas.openxmlformats.org/officeDocument/2006/relationships/image" Target="../media/image191.png"/></Relationships>
</file>

<file path=ppt/slides/_rels/slide11.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8.png"/><Relationship Id="rId18" Type="http://schemas.openxmlformats.org/officeDocument/2006/relationships/image" Target="../media/image203.png"/><Relationship Id="rId3" Type="http://schemas.openxmlformats.org/officeDocument/2006/relationships/image" Target="../media/image31.png"/><Relationship Id="rId21" Type="http://schemas.openxmlformats.org/officeDocument/2006/relationships/image" Target="../media/image206.png"/><Relationship Id="rId7" Type="http://schemas.openxmlformats.org/officeDocument/2006/relationships/image" Target="../media/image193.png"/><Relationship Id="rId12" Type="http://schemas.openxmlformats.org/officeDocument/2006/relationships/image" Target="../media/image197.png"/><Relationship Id="rId17" Type="http://schemas.openxmlformats.org/officeDocument/2006/relationships/image" Target="../media/image202.png"/><Relationship Id="rId2" Type="http://schemas.openxmlformats.org/officeDocument/2006/relationships/notesSlide" Target="../notesSlides/notesSlide11.xml"/><Relationship Id="rId16" Type="http://schemas.openxmlformats.org/officeDocument/2006/relationships/image" Target="../media/image201.png"/><Relationship Id="rId20" Type="http://schemas.openxmlformats.org/officeDocument/2006/relationships/image" Target="../media/image205.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6.png"/><Relationship Id="rId5" Type="http://schemas.openxmlformats.org/officeDocument/2006/relationships/image" Target="../media/image50.png"/><Relationship Id="rId15" Type="http://schemas.openxmlformats.org/officeDocument/2006/relationships/image" Target="../media/image200.png"/><Relationship Id="rId23" Type="http://schemas.openxmlformats.org/officeDocument/2006/relationships/image" Target="../media/image49.png"/><Relationship Id="rId10" Type="http://schemas.openxmlformats.org/officeDocument/2006/relationships/image" Target="../media/image88.png"/><Relationship Id="rId19" Type="http://schemas.openxmlformats.org/officeDocument/2006/relationships/image" Target="../media/image204.png"/><Relationship Id="rId4" Type="http://schemas.openxmlformats.org/officeDocument/2006/relationships/image" Target="../media/image12.png"/><Relationship Id="rId9" Type="http://schemas.openxmlformats.org/officeDocument/2006/relationships/image" Target="../media/image195.png"/><Relationship Id="rId14" Type="http://schemas.openxmlformats.org/officeDocument/2006/relationships/image" Target="../media/image199.png"/><Relationship Id="rId22" Type="http://schemas.openxmlformats.org/officeDocument/2006/relationships/image" Target="../media/image207.png"/></Relationships>
</file>

<file path=ppt/slides/_rels/slide12.xml.rels><?xml version="1.0" encoding="UTF-8" standalone="yes"?>
<Relationships xmlns="http://schemas.openxmlformats.org/package/2006/relationships"><Relationship Id="rId8" Type="http://schemas.openxmlformats.org/officeDocument/2006/relationships/image" Target="../media/image211.png"/><Relationship Id="rId13" Type="http://schemas.openxmlformats.org/officeDocument/2006/relationships/image" Target="../media/image214.png"/><Relationship Id="rId18" Type="http://schemas.openxmlformats.org/officeDocument/2006/relationships/image" Target="../media/image219.png"/><Relationship Id="rId3" Type="http://schemas.openxmlformats.org/officeDocument/2006/relationships/image" Target="../media/image31.png"/><Relationship Id="rId21" Type="http://schemas.openxmlformats.org/officeDocument/2006/relationships/image" Target="../media/image222.png"/><Relationship Id="rId7" Type="http://schemas.openxmlformats.org/officeDocument/2006/relationships/image" Target="../media/image210.png"/><Relationship Id="rId12" Type="http://schemas.openxmlformats.org/officeDocument/2006/relationships/image" Target="../media/image20.png"/><Relationship Id="rId17" Type="http://schemas.openxmlformats.org/officeDocument/2006/relationships/image" Target="../media/image218.png"/><Relationship Id="rId2" Type="http://schemas.openxmlformats.org/officeDocument/2006/relationships/notesSlide" Target="../notesSlides/notesSlide12.xml"/><Relationship Id="rId16" Type="http://schemas.openxmlformats.org/officeDocument/2006/relationships/image" Target="../media/image217.png"/><Relationship Id="rId20" Type="http://schemas.openxmlformats.org/officeDocument/2006/relationships/image" Target="../media/image221.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213.png"/><Relationship Id="rId5" Type="http://schemas.openxmlformats.org/officeDocument/2006/relationships/image" Target="../media/image209.png"/><Relationship Id="rId15" Type="http://schemas.openxmlformats.org/officeDocument/2006/relationships/image" Target="../media/image216.png"/><Relationship Id="rId10" Type="http://schemas.openxmlformats.org/officeDocument/2006/relationships/image" Target="../media/image212.png"/><Relationship Id="rId19" Type="http://schemas.openxmlformats.org/officeDocument/2006/relationships/image" Target="../media/image220.png"/><Relationship Id="rId4" Type="http://schemas.openxmlformats.org/officeDocument/2006/relationships/image" Target="../media/image208.png"/><Relationship Id="rId9" Type="http://schemas.openxmlformats.org/officeDocument/2006/relationships/image" Target="../media/image17.png"/><Relationship Id="rId14" Type="http://schemas.openxmlformats.org/officeDocument/2006/relationships/image" Target="../media/image215.png"/><Relationship Id="rId22"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1219200" y="685800"/>
            <a:ext cx="2857500" cy="2857500"/>
          </a:xfrm>
          <a:prstGeom prst="rect">
            <a:avLst/>
          </a:prstGeom>
        </p:spPr>
      </p:pic>
      <p:pic>
        <p:nvPicPr>
          <p:cNvPr id="4" name="Image 2" descr="preencoded.png"/>
          <p:cNvPicPr>
            <a:picLocks noChangeAspect="1"/>
          </p:cNvPicPr>
          <p:nvPr/>
        </p:nvPicPr>
        <p:blipFill>
          <a:blip r:embed="rId4"/>
          <a:stretch>
            <a:fillRect/>
          </a:stretch>
        </p:blipFill>
        <p:spPr>
          <a:xfrm>
            <a:off x="8458200" y="3924300"/>
            <a:ext cx="1905000" cy="1905000"/>
          </a:xfrm>
          <a:prstGeom prst="rect">
            <a:avLst/>
          </a:prstGeom>
        </p:spPr>
      </p:pic>
      <p:pic>
        <p:nvPicPr>
          <p:cNvPr id="5" name="Image 3" descr="preencoded.png"/>
          <p:cNvPicPr>
            <a:picLocks noChangeAspect="1"/>
          </p:cNvPicPr>
          <p:nvPr/>
        </p:nvPicPr>
        <p:blipFill>
          <a:blip r:embed="rId5"/>
          <a:stretch>
            <a:fillRect/>
          </a:stretch>
        </p:blipFill>
        <p:spPr>
          <a:xfrm>
            <a:off x="7372350" y="2743200"/>
            <a:ext cx="2381250" cy="2381250"/>
          </a:xfrm>
          <a:prstGeom prst="rect">
            <a:avLst/>
          </a:prstGeom>
        </p:spPr>
      </p:pic>
      <p:pic>
        <p:nvPicPr>
          <p:cNvPr id="6" name="Image 4" descr="preencoded.png"/>
          <p:cNvPicPr>
            <a:picLocks noChangeAspect="1"/>
          </p:cNvPicPr>
          <p:nvPr/>
        </p:nvPicPr>
        <p:blipFill>
          <a:blip r:embed="rId6"/>
          <a:stretch>
            <a:fillRect/>
          </a:stretch>
        </p:blipFill>
        <p:spPr>
          <a:xfrm>
            <a:off x="8437805" y="589205"/>
            <a:ext cx="1412390" cy="1412389"/>
          </a:xfrm>
          <a:prstGeom prst="rect">
            <a:avLst/>
          </a:prstGeom>
        </p:spPr>
      </p:pic>
      <p:pic>
        <p:nvPicPr>
          <p:cNvPr id="7" name="Image 5" descr="preencoded.png"/>
          <p:cNvPicPr>
            <a:picLocks noChangeAspect="1"/>
          </p:cNvPicPr>
          <p:nvPr/>
        </p:nvPicPr>
        <p:blipFill>
          <a:blip r:embed="rId7"/>
          <a:stretch>
            <a:fillRect/>
          </a:stretch>
        </p:blipFill>
        <p:spPr>
          <a:xfrm>
            <a:off x="1102336" y="5317694"/>
            <a:ext cx="981328" cy="981328"/>
          </a:xfrm>
          <a:prstGeom prst="rect">
            <a:avLst/>
          </a:prstGeom>
        </p:spPr>
      </p:pic>
      <p:pic>
        <p:nvPicPr>
          <p:cNvPr id="8" name="Image 6" descr="preencoded.png"/>
          <p:cNvPicPr>
            <a:picLocks noChangeAspect="1"/>
          </p:cNvPicPr>
          <p:nvPr/>
        </p:nvPicPr>
        <p:blipFill>
          <a:blip r:embed="rId8"/>
          <a:stretch>
            <a:fillRect/>
          </a:stretch>
        </p:blipFill>
        <p:spPr>
          <a:xfrm>
            <a:off x="9047405" y="4018205"/>
            <a:ext cx="1412390" cy="1412389"/>
          </a:xfrm>
          <a:prstGeom prst="rect">
            <a:avLst/>
          </a:prstGeom>
        </p:spPr>
      </p:pic>
      <p:pic>
        <p:nvPicPr>
          <p:cNvPr id="9" name="Image 7" descr="preencoded.png"/>
          <p:cNvPicPr>
            <a:picLocks noChangeAspect="1"/>
          </p:cNvPicPr>
          <p:nvPr/>
        </p:nvPicPr>
        <p:blipFill>
          <a:blip r:embed="rId9"/>
          <a:stretch>
            <a:fillRect/>
          </a:stretch>
        </p:blipFill>
        <p:spPr>
          <a:xfrm>
            <a:off x="1732205" y="1960805"/>
            <a:ext cx="1412389" cy="1412389"/>
          </a:xfrm>
          <a:prstGeom prst="rect">
            <a:avLst/>
          </a:prstGeom>
        </p:spPr>
      </p:pic>
      <p:pic>
        <p:nvPicPr>
          <p:cNvPr id="11" name="Image 9" descr="preencoded.png"/>
          <p:cNvPicPr>
            <a:picLocks noChangeAspect="1"/>
          </p:cNvPicPr>
          <p:nvPr/>
        </p:nvPicPr>
        <p:blipFill>
          <a:blip r:embed="rId10"/>
          <a:stretch>
            <a:fillRect/>
          </a:stretch>
        </p:blipFill>
        <p:spPr>
          <a:xfrm>
            <a:off x="5638800" y="4038600"/>
            <a:ext cx="914400" cy="38100"/>
          </a:xfrm>
          <a:prstGeom prst="rect">
            <a:avLst/>
          </a:prstGeom>
        </p:spPr>
      </p:pic>
      <p:pic>
        <p:nvPicPr>
          <p:cNvPr id="10" name="Image 8" descr="preencoded.png"/>
          <p:cNvPicPr>
            <a:picLocks noChangeAspect="1"/>
          </p:cNvPicPr>
          <p:nvPr/>
        </p:nvPicPr>
        <p:blipFill>
          <a:blip r:embed="rId11"/>
          <a:stretch>
            <a:fillRect/>
          </a:stretch>
        </p:blipFill>
        <p:spPr>
          <a:xfrm>
            <a:off x="7589408" y="3370505"/>
            <a:ext cx="1412389" cy="1412389"/>
          </a:xfrm>
          <a:prstGeom prst="rect">
            <a:avLst/>
          </a:prstGeom>
        </p:spPr>
      </p:pic>
      <p:sp>
        <p:nvSpPr>
          <p:cNvPr id="13" name="Text 0"/>
          <p:cNvSpPr/>
          <p:nvPr/>
        </p:nvSpPr>
        <p:spPr>
          <a:xfrm>
            <a:off x="609600" y="2057400"/>
            <a:ext cx="10972800" cy="1143000"/>
          </a:xfrm>
          <a:prstGeom prst="rect">
            <a:avLst/>
          </a:prstGeom>
          <a:noFill/>
          <a:ln/>
        </p:spPr>
        <p:txBody>
          <a:bodyPr vert="horz" wrap="square" lIns="0" tIns="0" rIns="0" bIns="0" rtlCol="0" anchor="t"/>
          <a:lstStyle/>
          <a:p>
            <a:pPr marL="0" indent="0" algn="ctr">
              <a:lnSpc>
                <a:spcPts val="4500"/>
              </a:lnSpc>
              <a:buNone/>
            </a:pPr>
            <a:r>
              <a:rPr lang="en-US" sz="4500" b="1" dirty="0">
                <a:solidFill>
                  <a:srgbClr val="374151"/>
                </a:solidFill>
                <a:latin typeface="ui-sans-serif" pitchFamily="34" charset="0"/>
                <a:ea typeface="ui-sans-serif" pitchFamily="34" charset="-122"/>
                <a:cs typeface="ui-sans-serif" pitchFamily="34" charset="-120"/>
              </a:rPr>
              <a:t>Hệ thống </a:t>
            </a:r>
            <a:r>
              <a:rPr lang="en-US" sz="4500" b="1" dirty="0">
                <a:solidFill>
                  <a:srgbClr val="FF7F50"/>
                </a:solidFill>
                <a:latin typeface="ui-sans-serif" pitchFamily="34" charset="0"/>
                <a:ea typeface="ui-sans-serif" pitchFamily="34" charset="-122"/>
                <a:cs typeface="ui-sans-serif" pitchFamily="34" charset="-120"/>
              </a:rPr>
              <a:t>nhận diện cảm xúc</a:t>
            </a:r>
            <a:r>
              <a:rPr lang="en-US" sz="4500" b="1" dirty="0">
                <a:solidFill>
                  <a:srgbClr val="374151"/>
                </a:solidFill>
                <a:latin typeface="ui-sans-serif" pitchFamily="34" charset="0"/>
                <a:ea typeface="ui-sans-serif" pitchFamily="34" charset="-122"/>
                <a:cs typeface="ui-sans-serif" pitchFamily="34" charset="-120"/>
              </a:rPr>
              <a:t> người dùng</a:t>
            </a:r>
            <a:endParaRPr lang="en-US" sz="4500" dirty="0"/>
          </a:p>
        </p:txBody>
      </p:sp>
      <p:sp>
        <p:nvSpPr>
          <p:cNvPr id="14" name="Text 1"/>
          <p:cNvSpPr/>
          <p:nvPr/>
        </p:nvSpPr>
        <p:spPr>
          <a:xfrm>
            <a:off x="-487680" y="3429000"/>
            <a:ext cx="13167360" cy="304800"/>
          </a:xfrm>
          <a:prstGeom prst="rect">
            <a:avLst/>
          </a:prstGeom>
          <a:noFill/>
          <a:ln/>
        </p:spPr>
        <p:txBody>
          <a:bodyPr vert="horz" wrap="square" lIns="0" tIns="0" rIns="0" bIns="0" rtlCol="0" anchor="t"/>
          <a:lstStyle/>
          <a:p>
            <a:pPr marL="0" indent="0" algn="ctr">
              <a:lnSpc>
                <a:spcPts val="2400"/>
              </a:lnSpc>
              <a:buNone/>
            </a:pPr>
            <a:r>
              <a:rPr lang="en-US" sz="1800" dirty="0">
                <a:solidFill>
                  <a:srgbClr val="4B5563"/>
                </a:solidFill>
                <a:latin typeface="ui-sans-serif" pitchFamily="34" charset="0"/>
                <a:ea typeface="ui-sans-serif" pitchFamily="34" charset="-122"/>
                <a:cs typeface="ui-sans-serif" pitchFamily="34" charset="-120"/>
              </a:rPr>
              <a:t>Phát hiện và phân tích cảm xúc con người thông qua camera và audio</a:t>
            </a:r>
            <a:endParaRPr lang="en-US" sz="1800" dirty="0"/>
          </a:p>
        </p:txBody>
      </p:sp>
      <p:sp>
        <p:nvSpPr>
          <p:cNvPr id="15" name="Text 2"/>
          <p:cNvSpPr/>
          <p:nvPr/>
        </p:nvSpPr>
        <p:spPr>
          <a:xfrm>
            <a:off x="609600" y="4381500"/>
            <a:ext cx="109728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00B050"/>
                </a:solidFill>
                <a:latin typeface="ui-sans-serif" pitchFamily="34" charset="0"/>
                <a:ea typeface="ui-sans-serif" pitchFamily="34" charset="-122"/>
                <a:cs typeface="ui-sans-serif" pitchFamily="34" charset="-120"/>
              </a:rPr>
              <a:t>Trí tuệ nhân tạo</a:t>
            </a:r>
            <a:r>
              <a:rPr lang="en-US" sz="1500" dirty="0">
                <a:solidFill>
                  <a:srgbClr val="00B050"/>
                </a:solidFill>
                <a:latin typeface="ui-sans-serif" pitchFamily="34" charset="0"/>
                <a:ea typeface="ui-sans-serif" pitchFamily="34" charset="-122"/>
                <a:cs typeface="ui-sans-serif" pitchFamily="34" charset="-120"/>
              </a:rPr>
              <a:t> · </a:t>
            </a:r>
            <a:r>
              <a:rPr lang="en-US" sz="1500" b="1" dirty="0">
                <a:solidFill>
                  <a:srgbClr val="00B050"/>
                </a:solidFill>
                <a:latin typeface="ui-sans-serif" pitchFamily="34" charset="0"/>
                <a:ea typeface="ui-sans-serif" pitchFamily="34" charset="-122"/>
                <a:cs typeface="ui-sans-serif" pitchFamily="34" charset="-120"/>
              </a:rPr>
              <a:t>Học sâu</a:t>
            </a:r>
            <a:r>
              <a:rPr lang="en-US" sz="1500" dirty="0">
                <a:solidFill>
                  <a:srgbClr val="00B050"/>
                </a:solidFill>
                <a:latin typeface="ui-sans-serif" pitchFamily="34" charset="0"/>
                <a:ea typeface="ui-sans-serif" pitchFamily="34" charset="-122"/>
                <a:cs typeface="ui-sans-serif" pitchFamily="34" charset="-120"/>
              </a:rPr>
              <a:t> · </a:t>
            </a:r>
            <a:r>
              <a:rPr lang="en-US" sz="1500" b="1" dirty="0">
                <a:solidFill>
                  <a:srgbClr val="00B050"/>
                </a:solidFill>
                <a:latin typeface="ui-sans-serif" pitchFamily="34" charset="0"/>
                <a:ea typeface="ui-sans-serif" pitchFamily="34" charset="-122"/>
                <a:cs typeface="ui-sans-serif" pitchFamily="34" charset="-120"/>
              </a:rPr>
              <a:t>Thời gian thực</a:t>
            </a:r>
            <a:endParaRPr lang="en-US" sz="1500" dirty="0">
              <a:solidFill>
                <a:srgbClr val="00B050"/>
              </a:solidFill>
            </a:endParaRPr>
          </a:p>
        </p:txBody>
      </p:sp>
      <p:pic>
        <p:nvPicPr>
          <p:cNvPr id="12" name="Image 10" descr="preencoded.png"/>
          <p:cNvPicPr>
            <a:picLocks noChangeAspect="1"/>
          </p:cNvPicPr>
          <p:nvPr/>
        </p:nvPicPr>
        <p:blipFill>
          <a:blip r:embed="rId12"/>
          <a:stretch>
            <a:fillRect/>
          </a:stretch>
        </p:blipFill>
        <p:spPr>
          <a:xfrm>
            <a:off x="0" y="6743700"/>
            <a:ext cx="12192000" cy="1143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animEffect transition="in" filter="fade">
                                      <p:cBhvr>
                                        <p:cTn id="21" dur="1000"/>
                                        <p:tgtEl>
                                          <p:spTgt spid="15">
                                            <p:txEl>
                                              <p:pRg st="0" end="0"/>
                                            </p:txEl>
                                          </p:spTgt>
                                        </p:tgtEl>
                                      </p:cBhvr>
                                    </p:animEffect>
                                    <p:anim calcmode="lin" valueType="num">
                                      <p:cBhvr>
                                        <p:cTn id="22"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3914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7721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457200" y="914400"/>
            <a:ext cx="762000" cy="38100"/>
          </a:xfrm>
          <a:prstGeom prst="rect">
            <a:avLst/>
          </a:prstGeom>
        </p:spPr>
      </p:pic>
      <p:pic>
        <p:nvPicPr>
          <p:cNvPr id="6" name="Image 4" descr="preencoded.png"/>
          <p:cNvPicPr>
            <a:picLocks noChangeAspect="1"/>
          </p:cNvPicPr>
          <p:nvPr/>
        </p:nvPicPr>
        <p:blipFill>
          <a:blip r:embed="rId7"/>
          <a:stretch>
            <a:fillRect/>
          </a:stretch>
        </p:blipFill>
        <p:spPr>
          <a:xfrm>
            <a:off x="457200" y="1257300"/>
            <a:ext cx="5410200" cy="2324100"/>
          </a:xfrm>
          <a:prstGeom prst="rect">
            <a:avLst/>
          </a:prstGeom>
        </p:spPr>
      </p:pic>
      <p:pic>
        <p:nvPicPr>
          <p:cNvPr id="7" name="Image 5" descr="preencoded.png"/>
          <p:cNvPicPr>
            <a:picLocks noChangeAspect="1"/>
          </p:cNvPicPr>
          <p:nvPr/>
        </p:nvPicPr>
        <p:blipFill>
          <a:blip r:embed="rId8"/>
          <a:stretch>
            <a:fillRect/>
          </a:stretch>
        </p:blipFill>
        <p:spPr>
          <a:xfrm>
            <a:off x="685800" y="1514475"/>
            <a:ext cx="228600" cy="228600"/>
          </a:xfrm>
          <a:prstGeom prst="rect">
            <a:avLst/>
          </a:prstGeom>
        </p:spPr>
      </p:pic>
      <p:pic>
        <p:nvPicPr>
          <p:cNvPr id="8" name="Image 6" descr="preencoded.png"/>
          <p:cNvPicPr>
            <a:picLocks noChangeAspect="1"/>
          </p:cNvPicPr>
          <p:nvPr/>
        </p:nvPicPr>
        <p:blipFill>
          <a:blip r:embed="rId9"/>
          <a:stretch>
            <a:fillRect/>
          </a:stretch>
        </p:blipFill>
        <p:spPr>
          <a:xfrm>
            <a:off x="685800" y="1943100"/>
            <a:ext cx="85725" cy="171450"/>
          </a:xfrm>
          <a:prstGeom prst="rect">
            <a:avLst/>
          </a:prstGeom>
        </p:spPr>
      </p:pic>
      <p:pic>
        <p:nvPicPr>
          <p:cNvPr id="9" name="Image 7" descr="preencoded.png"/>
          <p:cNvPicPr>
            <a:picLocks noChangeAspect="1"/>
          </p:cNvPicPr>
          <p:nvPr/>
        </p:nvPicPr>
        <p:blipFill>
          <a:blip r:embed="rId9"/>
          <a:stretch>
            <a:fillRect/>
          </a:stretch>
        </p:blipFill>
        <p:spPr>
          <a:xfrm>
            <a:off x="685800" y="2857500"/>
            <a:ext cx="85725" cy="171450"/>
          </a:xfrm>
          <a:prstGeom prst="rect">
            <a:avLst/>
          </a:prstGeom>
        </p:spPr>
      </p:pic>
      <p:pic>
        <p:nvPicPr>
          <p:cNvPr id="10" name="Image 8" descr="preencoded.png"/>
          <p:cNvPicPr>
            <a:picLocks noChangeAspect="1"/>
          </p:cNvPicPr>
          <p:nvPr/>
        </p:nvPicPr>
        <p:blipFill>
          <a:blip r:embed="rId10"/>
          <a:stretch>
            <a:fillRect/>
          </a:stretch>
        </p:blipFill>
        <p:spPr>
          <a:xfrm>
            <a:off x="457200" y="3810000"/>
            <a:ext cx="5410200" cy="2705100"/>
          </a:xfrm>
          <a:prstGeom prst="rect">
            <a:avLst/>
          </a:prstGeom>
        </p:spPr>
      </p:pic>
      <p:pic>
        <p:nvPicPr>
          <p:cNvPr id="11" name="Image 9" descr="preencoded.png"/>
          <p:cNvPicPr>
            <a:picLocks noChangeAspect="1"/>
          </p:cNvPicPr>
          <p:nvPr/>
        </p:nvPicPr>
        <p:blipFill>
          <a:blip r:embed="rId11"/>
          <a:stretch>
            <a:fillRect/>
          </a:stretch>
        </p:blipFill>
        <p:spPr>
          <a:xfrm>
            <a:off x="685800" y="4067175"/>
            <a:ext cx="228600" cy="228600"/>
          </a:xfrm>
          <a:prstGeom prst="rect">
            <a:avLst/>
          </a:prstGeom>
        </p:spPr>
      </p:pic>
      <p:pic>
        <p:nvPicPr>
          <p:cNvPr id="12" name="Image 10" descr="preencoded.png"/>
          <p:cNvPicPr>
            <a:picLocks noChangeAspect="1"/>
          </p:cNvPicPr>
          <p:nvPr/>
        </p:nvPicPr>
        <p:blipFill>
          <a:blip r:embed="rId9"/>
          <a:stretch>
            <a:fillRect/>
          </a:stretch>
        </p:blipFill>
        <p:spPr>
          <a:xfrm>
            <a:off x="685800" y="4495800"/>
            <a:ext cx="85725" cy="171450"/>
          </a:xfrm>
          <a:prstGeom prst="rect">
            <a:avLst/>
          </a:prstGeom>
        </p:spPr>
      </p:pic>
      <p:pic>
        <p:nvPicPr>
          <p:cNvPr id="13" name="Image 11" descr="preencoded.png"/>
          <p:cNvPicPr>
            <a:picLocks noChangeAspect="1"/>
          </p:cNvPicPr>
          <p:nvPr/>
        </p:nvPicPr>
        <p:blipFill>
          <a:blip r:embed="rId9"/>
          <a:stretch>
            <a:fillRect/>
          </a:stretch>
        </p:blipFill>
        <p:spPr>
          <a:xfrm>
            <a:off x="685800" y="5143500"/>
            <a:ext cx="85725" cy="171450"/>
          </a:xfrm>
          <a:prstGeom prst="rect">
            <a:avLst/>
          </a:prstGeom>
        </p:spPr>
      </p:pic>
      <p:pic>
        <p:nvPicPr>
          <p:cNvPr id="14" name="Image 12" descr="preencoded.png"/>
          <p:cNvPicPr>
            <a:picLocks noChangeAspect="1"/>
          </p:cNvPicPr>
          <p:nvPr/>
        </p:nvPicPr>
        <p:blipFill>
          <a:blip r:embed="rId9"/>
          <a:stretch>
            <a:fillRect/>
          </a:stretch>
        </p:blipFill>
        <p:spPr>
          <a:xfrm>
            <a:off x="685800" y="5791200"/>
            <a:ext cx="85725" cy="171450"/>
          </a:xfrm>
          <a:prstGeom prst="rect">
            <a:avLst/>
          </a:prstGeom>
        </p:spPr>
      </p:pic>
      <p:pic>
        <p:nvPicPr>
          <p:cNvPr id="15" name="Image 13" descr="preencoded.png"/>
          <p:cNvPicPr>
            <a:picLocks noChangeAspect="1"/>
          </p:cNvPicPr>
          <p:nvPr/>
        </p:nvPicPr>
        <p:blipFill>
          <a:blip r:embed="rId12"/>
          <a:stretch>
            <a:fillRect/>
          </a:stretch>
        </p:blipFill>
        <p:spPr>
          <a:xfrm>
            <a:off x="6324600" y="1285875"/>
            <a:ext cx="228600" cy="228600"/>
          </a:xfrm>
          <a:prstGeom prst="rect">
            <a:avLst/>
          </a:prstGeom>
        </p:spPr>
      </p:pic>
      <p:pic>
        <p:nvPicPr>
          <p:cNvPr id="16" name="Image 14" descr="preencoded.png"/>
          <p:cNvPicPr>
            <a:picLocks noChangeAspect="1"/>
          </p:cNvPicPr>
          <p:nvPr/>
        </p:nvPicPr>
        <p:blipFill>
          <a:blip r:embed="rId13"/>
          <a:stretch>
            <a:fillRect/>
          </a:stretch>
        </p:blipFill>
        <p:spPr>
          <a:xfrm>
            <a:off x="6324600" y="1714500"/>
            <a:ext cx="2628900" cy="1485900"/>
          </a:xfrm>
          <a:prstGeom prst="rect">
            <a:avLst/>
          </a:prstGeom>
        </p:spPr>
      </p:pic>
      <p:pic>
        <p:nvPicPr>
          <p:cNvPr id="17" name="Image 15" descr="preencoded.png"/>
          <p:cNvPicPr>
            <a:picLocks noChangeAspect="1"/>
          </p:cNvPicPr>
          <p:nvPr/>
        </p:nvPicPr>
        <p:blipFill>
          <a:blip r:embed="rId14"/>
          <a:stretch>
            <a:fillRect/>
          </a:stretch>
        </p:blipFill>
        <p:spPr>
          <a:xfrm>
            <a:off x="6477000" y="1866900"/>
            <a:ext cx="571500" cy="571500"/>
          </a:xfrm>
          <a:prstGeom prst="rect">
            <a:avLst/>
          </a:prstGeom>
        </p:spPr>
      </p:pic>
      <p:pic>
        <p:nvPicPr>
          <p:cNvPr id="18" name="Image 16" descr="preencoded.png"/>
          <p:cNvPicPr>
            <a:picLocks noChangeAspect="1"/>
          </p:cNvPicPr>
          <p:nvPr/>
        </p:nvPicPr>
        <p:blipFill>
          <a:blip r:embed="rId15"/>
          <a:stretch>
            <a:fillRect/>
          </a:stretch>
        </p:blipFill>
        <p:spPr>
          <a:xfrm>
            <a:off x="6619875" y="2000250"/>
            <a:ext cx="285750" cy="304800"/>
          </a:xfrm>
          <a:prstGeom prst="rect">
            <a:avLst/>
          </a:prstGeom>
        </p:spPr>
      </p:pic>
      <p:pic>
        <p:nvPicPr>
          <p:cNvPr id="19" name="Image 17" descr="preencoded.png"/>
          <p:cNvPicPr>
            <a:picLocks noChangeAspect="1"/>
          </p:cNvPicPr>
          <p:nvPr/>
        </p:nvPicPr>
        <p:blipFill>
          <a:blip r:embed="rId13"/>
          <a:stretch>
            <a:fillRect/>
          </a:stretch>
        </p:blipFill>
        <p:spPr>
          <a:xfrm>
            <a:off x="9105900" y="1714500"/>
            <a:ext cx="2628900" cy="1485900"/>
          </a:xfrm>
          <a:prstGeom prst="rect">
            <a:avLst/>
          </a:prstGeom>
        </p:spPr>
      </p:pic>
      <p:pic>
        <p:nvPicPr>
          <p:cNvPr id="20" name="Image 18" descr="preencoded.png"/>
          <p:cNvPicPr>
            <a:picLocks noChangeAspect="1"/>
          </p:cNvPicPr>
          <p:nvPr/>
        </p:nvPicPr>
        <p:blipFill>
          <a:blip r:embed="rId16"/>
          <a:stretch>
            <a:fillRect/>
          </a:stretch>
        </p:blipFill>
        <p:spPr>
          <a:xfrm>
            <a:off x="9258300" y="1866900"/>
            <a:ext cx="571500" cy="571500"/>
          </a:xfrm>
          <a:prstGeom prst="rect">
            <a:avLst/>
          </a:prstGeom>
        </p:spPr>
      </p:pic>
      <p:pic>
        <p:nvPicPr>
          <p:cNvPr id="21" name="Image 19" descr="preencoded.png"/>
          <p:cNvPicPr>
            <a:picLocks noChangeAspect="1"/>
          </p:cNvPicPr>
          <p:nvPr/>
        </p:nvPicPr>
        <p:blipFill>
          <a:blip r:embed="rId17"/>
          <a:stretch>
            <a:fillRect/>
          </a:stretch>
        </p:blipFill>
        <p:spPr>
          <a:xfrm>
            <a:off x="9415463" y="2000250"/>
            <a:ext cx="257175" cy="304800"/>
          </a:xfrm>
          <a:prstGeom prst="rect">
            <a:avLst/>
          </a:prstGeom>
        </p:spPr>
      </p:pic>
      <p:pic>
        <p:nvPicPr>
          <p:cNvPr id="22" name="Image 20" descr="preencoded.png"/>
          <p:cNvPicPr>
            <a:picLocks noChangeAspect="1"/>
          </p:cNvPicPr>
          <p:nvPr/>
        </p:nvPicPr>
        <p:blipFill>
          <a:blip r:embed="rId13"/>
          <a:stretch>
            <a:fillRect/>
          </a:stretch>
        </p:blipFill>
        <p:spPr>
          <a:xfrm>
            <a:off x="6324600" y="3352800"/>
            <a:ext cx="2628900" cy="1485900"/>
          </a:xfrm>
          <a:prstGeom prst="rect">
            <a:avLst/>
          </a:prstGeom>
        </p:spPr>
      </p:pic>
      <p:pic>
        <p:nvPicPr>
          <p:cNvPr id="23" name="Image 21" descr="preencoded.png"/>
          <p:cNvPicPr>
            <a:picLocks noChangeAspect="1"/>
          </p:cNvPicPr>
          <p:nvPr/>
        </p:nvPicPr>
        <p:blipFill>
          <a:blip r:embed="rId18"/>
          <a:stretch>
            <a:fillRect/>
          </a:stretch>
        </p:blipFill>
        <p:spPr>
          <a:xfrm>
            <a:off x="6477000" y="3505200"/>
            <a:ext cx="571500" cy="571500"/>
          </a:xfrm>
          <a:prstGeom prst="rect">
            <a:avLst/>
          </a:prstGeom>
        </p:spPr>
      </p:pic>
      <p:pic>
        <p:nvPicPr>
          <p:cNvPr id="24" name="Image 22" descr="preencoded.png"/>
          <p:cNvPicPr>
            <a:picLocks noChangeAspect="1"/>
          </p:cNvPicPr>
          <p:nvPr/>
        </p:nvPicPr>
        <p:blipFill>
          <a:blip r:embed="rId19"/>
          <a:stretch>
            <a:fillRect/>
          </a:stretch>
        </p:blipFill>
        <p:spPr>
          <a:xfrm>
            <a:off x="6648450" y="3638550"/>
            <a:ext cx="228600" cy="304800"/>
          </a:xfrm>
          <a:prstGeom prst="rect">
            <a:avLst/>
          </a:prstGeom>
        </p:spPr>
      </p:pic>
      <p:pic>
        <p:nvPicPr>
          <p:cNvPr id="25" name="Image 23" descr="preencoded.png"/>
          <p:cNvPicPr>
            <a:picLocks noChangeAspect="1"/>
          </p:cNvPicPr>
          <p:nvPr/>
        </p:nvPicPr>
        <p:blipFill>
          <a:blip r:embed="rId13"/>
          <a:stretch>
            <a:fillRect/>
          </a:stretch>
        </p:blipFill>
        <p:spPr>
          <a:xfrm>
            <a:off x="9105900" y="3352800"/>
            <a:ext cx="2628900" cy="1485900"/>
          </a:xfrm>
          <a:prstGeom prst="rect">
            <a:avLst/>
          </a:prstGeom>
        </p:spPr>
      </p:pic>
      <p:pic>
        <p:nvPicPr>
          <p:cNvPr id="26" name="Image 24" descr="preencoded.png"/>
          <p:cNvPicPr>
            <a:picLocks noChangeAspect="1"/>
          </p:cNvPicPr>
          <p:nvPr/>
        </p:nvPicPr>
        <p:blipFill>
          <a:blip r:embed="rId20"/>
          <a:stretch>
            <a:fillRect/>
          </a:stretch>
        </p:blipFill>
        <p:spPr>
          <a:xfrm>
            <a:off x="9258300" y="3505200"/>
            <a:ext cx="571500" cy="571500"/>
          </a:xfrm>
          <a:prstGeom prst="rect">
            <a:avLst/>
          </a:prstGeom>
        </p:spPr>
      </p:pic>
      <p:pic>
        <p:nvPicPr>
          <p:cNvPr id="27" name="Image 25" descr="preencoded.png"/>
          <p:cNvPicPr>
            <a:picLocks noChangeAspect="1"/>
          </p:cNvPicPr>
          <p:nvPr/>
        </p:nvPicPr>
        <p:blipFill>
          <a:blip r:embed="rId21"/>
          <a:stretch>
            <a:fillRect/>
          </a:stretch>
        </p:blipFill>
        <p:spPr>
          <a:xfrm>
            <a:off x="9401175" y="3638550"/>
            <a:ext cx="285750" cy="304800"/>
          </a:xfrm>
          <a:prstGeom prst="rect">
            <a:avLst/>
          </a:prstGeom>
        </p:spPr>
      </p:pic>
      <p:pic>
        <p:nvPicPr>
          <p:cNvPr id="28" name="Image 26" descr="preencoded.png"/>
          <p:cNvPicPr>
            <a:picLocks noChangeAspect="1"/>
          </p:cNvPicPr>
          <p:nvPr/>
        </p:nvPicPr>
        <p:blipFill>
          <a:blip r:embed="rId22"/>
          <a:stretch>
            <a:fillRect/>
          </a:stretch>
        </p:blipFill>
        <p:spPr>
          <a:xfrm>
            <a:off x="0" y="7315200"/>
            <a:ext cx="12192000" cy="76200"/>
          </a:xfrm>
          <a:prstGeom prst="rect">
            <a:avLst/>
          </a:prstGeom>
        </p:spPr>
      </p:pic>
      <p:sp>
        <p:nvSpPr>
          <p:cNvPr id="29"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Đặt vấn đề và </a:t>
            </a:r>
            <a:r>
              <a:rPr lang="en-US" sz="2700" b="1" dirty="0">
                <a:solidFill>
                  <a:srgbClr val="FF7F50"/>
                </a:solidFill>
                <a:latin typeface="ui-sans-serif" pitchFamily="34" charset="0"/>
                <a:ea typeface="ui-sans-serif" pitchFamily="34" charset="-122"/>
                <a:cs typeface="ui-sans-serif" pitchFamily="34" charset="-120"/>
              </a:rPr>
              <a:t>mục tiêu</a:t>
            </a:r>
            <a:endParaRPr lang="en-US" sz="2700" dirty="0"/>
          </a:p>
        </p:txBody>
      </p:sp>
      <p:sp>
        <p:nvSpPr>
          <p:cNvPr id="30" name="Text 1"/>
          <p:cNvSpPr/>
          <p:nvPr/>
        </p:nvSpPr>
        <p:spPr>
          <a:xfrm>
            <a:off x="990600" y="1485900"/>
            <a:ext cx="49530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Đặt vấn đề</a:t>
            </a:r>
            <a:endParaRPr lang="en-US" sz="1800" dirty="0"/>
          </a:p>
        </p:txBody>
      </p:sp>
      <p:sp>
        <p:nvSpPr>
          <p:cNvPr id="31" name="Text 2"/>
          <p:cNvSpPr/>
          <p:nvPr/>
        </p:nvSpPr>
        <p:spPr>
          <a:xfrm>
            <a:off x="847725" y="1905000"/>
            <a:ext cx="4791075" cy="8001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Hệ thống nhận diện cảm xúc đóng vai trò ngày càng quan trọng trong việc nâng cao tương tác giữa con người và máy móc</a:t>
            </a:r>
            <a:endParaRPr lang="en-US" sz="1350" dirty="0"/>
          </a:p>
        </p:txBody>
      </p:sp>
      <p:sp>
        <p:nvSpPr>
          <p:cNvPr id="32" name="Text 3"/>
          <p:cNvSpPr/>
          <p:nvPr/>
        </p:nvSpPr>
        <p:spPr>
          <a:xfrm>
            <a:off x="847725" y="2819400"/>
            <a:ext cx="47910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Mô hình hóa hóa cảm xúc con người là một thách thức phức tạp đòi hỏi công nghệ tiên tiến</a:t>
            </a:r>
            <a:endParaRPr lang="en-US" sz="1350" dirty="0"/>
          </a:p>
        </p:txBody>
      </p:sp>
      <p:sp>
        <p:nvSpPr>
          <p:cNvPr id="33" name="Text 4"/>
          <p:cNvSpPr/>
          <p:nvPr/>
        </p:nvSpPr>
        <p:spPr>
          <a:xfrm>
            <a:off x="990600" y="4038600"/>
            <a:ext cx="49530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Mục tiêu</a:t>
            </a:r>
            <a:endParaRPr lang="en-US" sz="1800" dirty="0"/>
          </a:p>
        </p:txBody>
      </p:sp>
      <p:sp>
        <p:nvSpPr>
          <p:cNvPr id="34" name="Text 5"/>
          <p:cNvSpPr/>
          <p:nvPr/>
        </p:nvSpPr>
        <p:spPr>
          <a:xfrm>
            <a:off x="847725" y="4457700"/>
            <a:ext cx="47910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Xây dựng một hệ thống web thời gian thực sử dụng trí tuệ nhân AI</a:t>
            </a:r>
            <a:endParaRPr lang="en-US" sz="1350" dirty="0"/>
          </a:p>
        </p:txBody>
      </p:sp>
      <p:sp>
        <p:nvSpPr>
          <p:cNvPr id="35" name="Text 6"/>
          <p:cNvSpPr/>
          <p:nvPr/>
        </p:nvSpPr>
        <p:spPr>
          <a:xfrm>
            <a:off x="847725" y="5105400"/>
            <a:ext cx="47910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Phân tích cảm xúc người dùng thông qua camera và micro</a:t>
            </a:r>
            <a:endParaRPr lang="en-US" sz="1350" dirty="0"/>
          </a:p>
        </p:txBody>
      </p:sp>
      <p:sp>
        <p:nvSpPr>
          <p:cNvPr id="36" name="Text 7"/>
          <p:cNvSpPr/>
          <p:nvPr/>
        </p:nvSpPr>
        <p:spPr>
          <a:xfrm>
            <a:off x="847725" y="5753100"/>
            <a:ext cx="47910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Cung cấp công cụ hiệu quả để hiểu và phản hồi cảm xúc con người</a:t>
            </a:r>
            <a:endParaRPr lang="en-US" sz="1350" dirty="0"/>
          </a:p>
        </p:txBody>
      </p:sp>
      <p:sp>
        <p:nvSpPr>
          <p:cNvPr id="37" name="Text 8"/>
          <p:cNvSpPr/>
          <p:nvPr/>
        </p:nvSpPr>
        <p:spPr>
          <a:xfrm>
            <a:off x="6629400" y="1257300"/>
            <a:ext cx="54102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Ứng dụng tiềm năng</a:t>
            </a:r>
            <a:endParaRPr lang="en-US" sz="1800" dirty="0"/>
          </a:p>
        </p:txBody>
      </p:sp>
      <p:sp>
        <p:nvSpPr>
          <p:cNvPr id="38" name="Text 9"/>
          <p:cNvSpPr/>
          <p:nvPr/>
        </p:nvSpPr>
        <p:spPr>
          <a:xfrm>
            <a:off x="7162800" y="1866900"/>
            <a:ext cx="16383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Giáo dục</a:t>
            </a:r>
            <a:endParaRPr lang="en-US" sz="1200" dirty="0"/>
          </a:p>
        </p:txBody>
      </p:sp>
      <p:sp>
        <p:nvSpPr>
          <p:cNvPr id="39" name="Text 10"/>
          <p:cNvSpPr/>
          <p:nvPr/>
        </p:nvSpPr>
        <p:spPr>
          <a:xfrm>
            <a:off x="7162800" y="2133600"/>
            <a:ext cx="16383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Hệ thống theo dõi cảm xúc học sinh để điều chỉnh phương pháp giảng dạy</a:t>
            </a:r>
            <a:endParaRPr lang="en-US" sz="1200" dirty="0"/>
          </a:p>
        </p:txBody>
      </p:sp>
      <p:sp>
        <p:nvSpPr>
          <p:cNvPr id="40" name="Text 11"/>
          <p:cNvSpPr/>
          <p:nvPr/>
        </p:nvSpPr>
        <p:spPr>
          <a:xfrm>
            <a:off x="9944100" y="1866900"/>
            <a:ext cx="196596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Chăm sóc sức khỏe</a:t>
            </a:r>
            <a:endParaRPr lang="en-US" sz="1200" dirty="0"/>
          </a:p>
        </p:txBody>
      </p:sp>
      <p:sp>
        <p:nvSpPr>
          <p:cNvPr id="41" name="Text 12"/>
          <p:cNvSpPr/>
          <p:nvPr/>
        </p:nvSpPr>
        <p:spPr>
          <a:xfrm>
            <a:off x="9944100" y="2133600"/>
            <a:ext cx="16383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Hỗ trợ chẩn đoán và điều trị các vấn đề tâm lý</a:t>
            </a:r>
            <a:endParaRPr lang="en-US" sz="1200" dirty="0"/>
          </a:p>
        </p:txBody>
      </p:sp>
      <p:sp>
        <p:nvSpPr>
          <p:cNvPr id="42" name="Text 13"/>
          <p:cNvSpPr/>
          <p:nvPr/>
        </p:nvSpPr>
        <p:spPr>
          <a:xfrm>
            <a:off x="7162800" y="3505200"/>
            <a:ext cx="196596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Marketing</a:t>
            </a:r>
            <a:endParaRPr lang="en-US" sz="1200" dirty="0"/>
          </a:p>
        </p:txBody>
      </p:sp>
      <p:sp>
        <p:nvSpPr>
          <p:cNvPr id="43" name="Text 14"/>
          <p:cNvSpPr/>
          <p:nvPr/>
        </p:nvSpPr>
        <p:spPr>
          <a:xfrm>
            <a:off x="7162800" y="3771900"/>
            <a:ext cx="16383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Phân tích phản ứng cảm xúc của khách hàng với sản phẩm</a:t>
            </a:r>
            <a:endParaRPr lang="en-US" sz="1200" dirty="0"/>
          </a:p>
        </p:txBody>
      </p:sp>
      <p:sp>
        <p:nvSpPr>
          <p:cNvPr id="44" name="Text 15"/>
          <p:cNvSpPr/>
          <p:nvPr/>
        </p:nvSpPr>
        <p:spPr>
          <a:xfrm>
            <a:off x="9944100" y="3505200"/>
            <a:ext cx="196596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Giao tiếp</a:t>
            </a:r>
            <a:endParaRPr lang="en-US" sz="1200" dirty="0"/>
          </a:p>
        </p:txBody>
      </p:sp>
      <p:sp>
        <p:nvSpPr>
          <p:cNvPr id="45" name="Text 16"/>
          <p:cNvSpPr/>
          <p:nvPr/>
        </p:nvSpPr>
        <p:spPr>
          <a:xfrm>
            <a:off x="9944100" y="3771900"/>
            <a:ext cx="16383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Nâng cao trải nghiệm giao tiếp giữa con người và máy móc</a:t>
            </a:r>
            <a:endParaRPr lang="en-US" sz="1200" dirty="0"/>
          </a:p>
        </p:txBody>
      </p:sp>
      <p:sp>
        <p:nvSpPr>
          <p:cNvPr id="46" name="Text 17"/>
          <p:cNvSpPr/>
          <p:nvPr/>
        </p:nvSpPr>
        <p:spPr>
          <a:xfrm>
            <a:off x="457200" y="6743700"/>
            <a:ext cx="132516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2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1000"/>
                                        <p:tgtEl>
                                          <p:spTgt spid="30"/>
                                        </p:tgtEl>
                                      </p:cBhvr>
                                    </p:animEffect>
                                    <p:anim calcmode="lin" valueType="num">
                                      <p:cBhvr>
                                        <p:cTn id="23" dur="1000" fill="hold"/>
                                        <p:tgtEl>
                                          <p:spTgt spid="30"/>
                                        </p:tgtEl>
                                        <p:attrNameLst>
                                          <p:attrName>ppt_x</p:attrName>
                                        </p:attrNameLst>
                                      </p:cBhvr>
                                      <p:tavLst>
                                        <p:tav tm="0">
                                          <p:val>
                                            <p:strVal val="#ppt_x"/>
                                          </p:val>
                                        </p:tav>
                                        <p:tav tm="100000">
                                          <p:val>
                                            <p:strVal val="#ppt_x"/>
                                          </p:val>
                                        </p:tav>
                                      </p:tavLst>
                                    </p:anim>
                                    <p:anim calcmode="lin" valueType="num">
                                      <p:cBhvr>
                                        <p:cTn id="24" dur="1000" fill="hold"/>
                                        <p:tgtEl>
                                          <p:spTgt spid="3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1000" fill="hold"/>
                                        <p:tgtEl>
                                          <p:spTgt spid="3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1000"/>
                                        <p:tgtEl>
                                          <p:spTgt spid="32"/>
                                        </p:tgtEl>
                                      </p:cBhvr>
                                    </p:animEffect>
                                    <p:anim calcmode="lin" valueType="num">
                                      <p:cBhvr>
                                        <p:cTn id="33" dur="1000" fill="hold"/>
                                        <p:tgtEl>
                                          <p:spTgt spid="32"/>
                                        </p:tgtEl>
                                        <p:attrNameLst>
                                          <p:attrName>ppt_x</p:attrName>
                                        </p:attrNameLst>
                                      </p:cBhvr>
                                      <p:tavLst>
                                        <p:tav tm="0">
                                          <p:val>
                                            <p:strVal val="#ppt_x"/>
                                          </p:val>
                                        </p:tav>
                                        <p:tav tm="100000">
                                          <p:val>
                                            <p:strVal val="#ppt_x"/>
                                          </p:val>
                                        </p:tav>
                                      </p:tavLst>
                                    </p:anim>
                                    <p:anim calcmode="lin" valueType="num">
                                      <p:cBhvr>
                                        <p:cTn id="34" dur="1000" fill="hold"/>
                                        <p:tgtEl>
                                          <p:spTgt spid="3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1000"/>
                                        <p:tgtEl>
                                          <p:spTgt spid="33"/>
                                        </p:tgtEl>
                                      </p:cBhvr>
                                    </p:animEffect>
                                    <p:anim calcmode="lin" valueType="num">
                                      <p:cBhvr>
                                        <p:cTn id="55" dur="1000" fill="hold"/>
                                        <p:tgtEl>
                                          <p:spTgt spid="33"/>
                                        </p:tgtEl>
                                        <p:attrNameLst>
                                          <p:attrName>ppt_x</p:attrName>
                                        </p:attrNameLst>
                                      </p:cBhvr>
                                      <p:tavLst>
                                        <p:tav tm="0">
                                          <p:val>
                                            <p:strVal val="#ppt_x"/>
                                          </p:val>
                                        </p:tav>
                                        <p:tav tm="100000">
                                          <p:val>
                                            <p:strVal val="#ppt_x"/>
                                          </p:val>
                                        </p:tav>
                                      </p:tavLst>
                                    </p:anim>
                                    <p:anim calcmode="lin" valueType="num">
                                      <p:cBhvr>
                                        <p:cTn id="56" dur="1000" fill="hold"/>
                                        <p:tgtEl>
                                          <p:spTgt spid="33"/>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1000"/>
                                        <p:tgtEl>
                                          <p:spTgt spid="34"/>
                                        </p:tgtEl>
                                      </p:cBhvr>
                                    </p:animEffect>
                                    <p:anim calcmode="lin" valueType="num">
                                      <p:cBhvr>
                                        <p:cTn id="60" dur="1000" fill="hold"/>
                                        <p:tgtEl>
                                          <p:spTgt spid="34"/>
                                        </p:tgtEl>
                                        <p:attrNameLst>
                                          <p:attrName>ppt_x</p:attrName>
                                        </p:attrNameLst>
                                      </p:cBhvr>
                                      <p:tavLst>
                                        <p:tav tm="0">
                                          <p:val>
                                            <p:strVal val="#ppt_x"/>
                                          </p:val>
                                        </p:tav>
                                        <p:tav tm="100000">
                                          <p:val>
                                            <p:strVal val="#ppt_x"/>
                                          </p:val>
                                        </p:tav>
                                      </p:tavLst>
                                    </p:anim>
                                    <p:anim calcmode="lin" valueType="num">
                                      <p:cBhvr>
                                        <p:cTn id="61" dur="1000" fill="hold"/>
                                        <p:tgtEl>
                                          <p:spTgt spid="3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1000"/>
                                        <p:tgtEl>
                                          <p:spTgt spid="35"/>
                                        </p:tgtEl>
                                      </p:cBhvr>
                                    </p:animEffect>
                                    <p:anim calcmode="lin" valueType="num">
                                      <p:cBhvr>
                                        <p:cTn id="65" dur="1000" fill="hold"/>
                                        <p:tgtEl>
                                          <p:spTgt spid="35"/>
                                        </p:tgtEl>
                                        <p:attrNameLst>
                                          <p:attrName>ppt_x</p:attrName>
                                        </p:attrNameLst>
                                      </p:cBhvr>
                                      <p:tavLst>
                                        <p:tav tm="0">
                                          <p:val>
                                            <p:strVal val="#ppt_x"/>
                                          </p:val>
                                        </p:tav>
                                        <p:tav tm="100000">
                                          <p:val>
                                            <p:strVal val="#ppt_x"/>
                                          </p:val>
                                        </p:tav>
                                      </p:tavLst>
                                    </p:anim>
                                    <p:anim calcmode="lin" valueType="num">
                                      <p:cBhvr>
                                        <p:cTn id="66" dur="1000" fill="hold"/>
                                        <p:tgtEl>
                                          <p:spTgt spid="35"/>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fade">
                                      <p:cBhvr>
                                        <p:cTn id="69" dur="1000"/>
                                        <p:tgtEl>
                                          <p:spTgt spid="2"/>
                                        </p:tgtEl>
                                      </p:cBhvr>
                                    </p:animEffect>
                                    <p:anim calcmode="lin" valueType="num">
                                      <p:cBhvr>
                                        <p:cTn id="70" dur="1000" fill="hold"/>
                                        <p:tgtEl>
                                          <p:spTgt spid="2"/>
                                        </p:tgtEl>
                                        <p:attrNameLst>
                                          <p:attrName>ppt_x</p:attrName>
                                        </p:attrNameLst>
                                      </p:cBhvr>
                                      <p:tavLst>
                                        <p:tav tm="0">
                                          <p:val>
                                            <p:strVal val="#ppt_x"/>
                                          </p:val>
                                        </p:tav>
                                        <p:tav tm="100000">
                                          <p:val>
                                            <p:strVal val="#ppt_x"/>
                                          </p:val>
                                        </p:tav>
                                      </p:tavLst>
                                    </p:anim>
                                    <p:anim calcmode="lin" valueType="num">
                                      <p:cBhvr>
                                        <p:cTn id="71" dur="1000" fill="hold"/>
                                        <p:tgtEl>
                                          <p:spTgt spid="2"/>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1000"/>
                                        <p:tgtEl>
                                          <p:spTgt spid="10"/>
                                        </p:tgtEl>
                                      </p:cBhvr>
                                    </p:animEffect>
                                    <p:anim calcmode="lin" valueType="num">
                                      <p:cBhvr>
                                        <p:cTn id="75" dur="1000" fill="hold"/>
                                        <p:tgtEl>
                                          <p:spTgt spid="10"/>
                                        </p:tgtEl>
                                        <p:attrNameLst>
                                          <p:attrName>ppt_x</p:attrName>
                                        </p:attrNameLst>
                                      </p:cBhvr>
                                      <p:tavLst>
                                        <p:tav tm="0">
                                          <p:val>
                                            <p:strVal val="#ppt_x"/>
                                          </p:val>
                                        </p:tav>
                                        <p:tav tm="100000">
                                          <p:val>
                                            <p:strVal val="#ppt_x"/>
                                          </p:val>
                                        </p:tav>
                                      </p:tavLst>
                                    </p:anim>
                                    <p:anim calcmode="lin" valueType="num">
                                      <p:cBhvr>
                                        <p:cTn id="76" dur="1000" fill="hold"/>
                                        <p:tgtEl>
                                          <p:spTgt spid="10"/>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1000"/>
                                        <p:tgtEl>
                                          <p:spTgt spid="36"/>
                                        </p:tgtEl>
                                      </p:cBhvr>
                                    </p:animEffect>
                                    <p:anim calcmode="lin" valueType="num">
                                      <p:cBhvr>
                                        <p:cTn id="80" dur="1000" fill="hold"/>
                                        <p:tgtEl>
                                          <p:spTgt spid="36"/>
                                        </p:tgtEl>
                                        <p:attrNameLst>
                                          <p:attrName>ppt_x</p:attrName>
                                        </p:attrNameLst>
                                      </p:cBhvr>
                                      <p:tavLst>
                                        <p:tav tm="0">
                                          <p:val>
                                            <p:strVal val="#ppt_x"/>
                                          </p:val>
                                        </p:tav>
                                        <p:tav tm="100000">
                                          <p:val>
                                            <p:strVal val="#ppt_x"/>
                                          </p:val>
                                        </p:tav>
                                      </p:tavLst>
                                    </p:anim>
                                    <p:anim calcmode="lin" valueType="num">
                                      <p:cBhvr>
                                        <p:cTn id="81" dur="1000" fill="hold"/>
                                        <p:tgtEl>
                                          <p:spTgt spid="36"/>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1000"/>
                                        <p:tgtEl>
                                          <p:spTgt spid="14"/>
                                        </p:tgtEl>
                                      </p:cBhvr>
                                    </p:animEffect>
                                    <p:anim calcmode="lin" valueType="num">
                                      <p:cBhvr>
                                        <p:cTn id="85" dur="1000" fill="hold"/>
                                        <p:tgtEl>
                                          <p:spTgt spid="14"/>
                                        </p:tgtEl>
                                        <p:attrNameLst>
                                          <p:attrName>ppt_x</p:attrName>
                                        </p:attrNameLst>
                                      </p:cBhvr>
                                      <p:tavLst>
                                        <p:tav tm="0">
                                          <p:val>
                                            <p:strVal val="#ppt_x"/>
                                          </p:val>
                                        </p:tav>
                                        <p:tav tm="100000">
                                          <p:val>
                                            <p:strVal val="#ppt_x"/>
                                          </p:val>
                                        </p:tav>
                                      </p:tavLst>
                                    </p:anim>
                                    <p:anim calcmode="lin" valueType="num">
                                      <p:cBhvr>
                                        <p:cTn id="86" dur="1000" fill="hold"/>
                                        <p:tgtEl>
                                          <p:spTgt spid="14"/>
                                        </p:tgtEl>
                                        <p:attrNameLst>
                                          <p:attrName>ppt_y</p:attrName>
                                        </p:attrNameLst>
                                      </p:cBhvr>
                                      <p:tavLst>
                                        <p:tav tm="0">
                                          <p:val>
                                            <p:strVal val="#ppt_y+.1"/>
                                          </p:val>
                                        </p:tav>
                                        <p:tav tm="100000">
                                          <p:val>
                                            <p:strVal val="#ppt_y"/>
                                          </p:val>
                                        </p:tav>
                                      </p:tavLst>
                                    </p:anim>
                                  </p:childTnLst>
                                </p:cTn>
                              </p:par>
                              <p:par>
                                <p:cTn id="87" presetID="42" presetClass="entr" presetSubtype="0" fill="hold" nodeType="with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fade">
                                      <p:cBhvr>
                                        <p:cTn id="89" dur="1000"/>
                                        <p:tgtEl>
                                          <p:spTgt spid="13"/>
                                        </p:tgtEl>
                                      </p:cBhvr>
                                    </p:animEffect>
                                    <p:anim calcmode="lin" valueType="num">
                                      <p:cBhvr>
                                        <p:cTn id="90" dur="1000" fill="hold"/>
                                        <p:tgtEl>
                                          <p:spTgt spid="13"/>
                                        </p:tgtEl>
                                        <p:attrNameLst>
                                          <p:attrName>ppt_x</p:attrName>
                                        </p:attrNameLst>
                                      </p:cBhvr>
                                      <p:tavLst>
                                        <p:tav tm="0">
                                          <p:val>
                                            <p:strVal val="#ppt_x"/>
                                          </p:val>
                                        </p:tav>
                                        <p:tav tm="100000">
                                          <p:val>
                                            <p:strVal val="#ppt_x"/>
                                          </p:val>
                                        </p:tav>
                                      </p:tavLst>
                                    </p:anim>
                                    <p:anim calcmode="lin" valueType="num">
                                      <p:cBhvr>
                                        <p:cTn id="91" dur="1000" fill="hold"/>
                                        <p:tgtEl>
                                          <p:spTgt spid="13"/>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12"/>
                                        </p:tgtEl>
                                        <p:attrNameLst>
                                          <p:attrName>style.visibility</p:attrName>
                                        </p:attrNameLst>
                                      </p:cBhvr>
                                      <p:to>
                                        <p:strVal val="visible"/>
                                      </p:to>
                                    </p:set>
                                    <p:animEffect transition="in" filter="fade">
                                      <p:cBhvr>
                                        <p:cTn id="94" dur="1000"/>
                                        <p:tgtEl>
                                          <p:spTgt spid="12"/>
                                        </p:tgtEl>
                                      </p:cBhvr>
                                    </p:animEffect>
                                    <p:anim calcmode="lin" valueType="num">
                                      <p:cBhvr>
                                        <p:cTn id="95" dur="1000" fill="hold"/>
                                        <p:tgtEl>
                                          <p:spTgt spid="12"/>
                                        </p:tgtEl>
                                        <p:attrNameLst>
                                          <p:attrName>ppt_x</p:attrName>
                                        </p:attrNameLst>
                                      </p:cBhvr>
                                      <p:tavLst>
                                        <p:tav tm="0">
                                          <p:val>
                                            <p:strVal val="#ppt_x"/>
                                          </p:val>
                                        </p:tav>
                                        <p:tav tm="100000">
                                          <p:val>
                                            <p:strVal val="#ppt_x"/>
                                          </p:val>
                                        </p:tav>
                                      </p:tavLst>
                                    </p:anim>
                                    <p:anim calcmode="lin" valueType="num">
                                      <p:cBhvr>
                                        <p:cTn id="9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nodeType="clickEffect">
                                  <p:stCondLst>
                                    <p:cond delay="0"/>
                                  </p:stCondLst>
                                  <p:childTnLst>
                                    <p:set>
                                      <p:cBhvr>
                                        <p:cTn id="100" dur="1" fill="hold">
                                          <p:stCondLst>
                                            <p:cond delay="0"/>
                                          </p:stCondLst>
                                        </p:cTn>
                                        <p:tgtEl>
                                          <p:spTgt spid="15"/>
                                        </p:tgtEl>
                                        <p:attrNameLst>
                                          <p:attrName>style.visibility</p:attrName>
                                        </p:attrNameLst>
                                      </p:cBhvr>
                                      <p:to>
                                        <p:strVal val="visible"/>
                                      </p:to>
                                    </p:set>
                                    <p:animEffect transition="in" filter="fade">
                                      <p:cBhvr>
                                        <p:cTn id="101" dur="1000"/>
                                        <p:tgtEl>
                                          <p:spTgt spid="15"/>
                                        </p:tgtEl>
                                      </p:cBhvr>
                                    </p:animEffect>
                                    <p:anim calcmode="lin" valueType="num">
                                      <p:cBhvr>
                                        <p:cTn id="102" dur="1000" fill="hold"/>
                                        <p:tgtEl>
                                          <p:spTgt spid="15"/>
                                        </p:tgtEl>
                                        <p:attrNameLst>
                                          <p:attrName>ppt_x</p:attrName>
                                        </p:attrNameLst>
                                      </p:cBhvr>
                                      <p:tavLst>
                                        <p:tav tm="0">
                                          <p:val>
                                            <p:strVal val="#ppt_x"/>
                                          </p:val>
                                        </p:tav>
                                        <p:tav tm="100000">
                                          <p:val>
                                            <p:strVal val="#ppt_x"/>
                                          </p:val>
                                        </p:tav>
                                      </p:tavLst>
                                    </p:anim>
                                    <p:anim calcmode="lin" valueType="num">
                                      <p:cBhvr>
                                        <p:cTn id="103" dur="1000" fill="hold"/>
                                        <p:tgtEl>
                                          <p:spTgt spid="15"/>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1000"/>
                                        <p:tgtEl>
                                          <p:spTgt spid="37"/>
                                        </p:tgtEl>
                                      </p:cBhvr>
                                    </p:animEffect>
                                    <p:anim calcmode="lin" valueType="num">
                                      <p:cBhvr>
                                        <p:cTn id="107" dur="1000" fill="hold"/>
                                        <p:tgtEl>
                                          <p:spTgt spid="37"/>
                                        </p:tgtEl>
                                        <p:attrNameLst>
                                          <p:attrName>ppt_x</p:attrName>
                                        </p:attrNameLst>
                                      </p:cBhvr>
                                      <p:tavLst>
                                        <p:tav tm="0">
                                          <p:val>
                                            <p:strVal val="#ppt_x"/>
                                          </p:val>
                                        </p:tav>
                                        <p:tav tm="100000">
                                          <p:val>
                                            <p:strVal val="#ppt_x"/>
                                          </p:val>
                                        </p:tav>
                                      </p:tavLst>
                                    </p:anim>
                                    <p:anim calcmode="lin" valueType="num">
                                      <p:cBhvr>
                                        <p:cTn id="108" dur="1000" fill="hold"/>
                                        <p:tgtEl>
                                          <p:spTgt spid="37"/>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17"/>
                                        </p:tgtEl>
                                        <p:attrNameLst>
                                          <p:attrName>style.visibility</p:attrName>
                                        </p:attrNameLst>
                                      </p:cBhvr>
                                      <p:to>
                                        <p:strVal val="visible"/>
                                      </p:to>
                                    </p:set>
                                    <p:animEffect transition="in" filter="fade">
                                      <p:cBhvr>
                                        <p:cTn id="111" dur="1000"/>
                                        <p:tgtEl>
                                          <p:spTgt spid="17"/>
                                        </p:tgtEl>
                                      </p:cBhvr>
                                    </p:animEffect>
                                    <p:anim calcmode="lin" valueType="num">
                                      <p:cBhvr>
                                        <p:cTn id="112" dur="1000" fill="hold"/>
                                        <p:tgtEl>
                                          <p:spTgt spid="17"/>
                                        </p:tgtEl>
                                        <p:attrNameLst>
                                          <p:attrName>ppt_x</p:attrName>
                                        </p:attrNameLst>
                                      </p:cBhvr>
                                      <p:tavLst>
                                        <p:tav tm="0">
                                          <p:val>
                                            <p:strVal val="#ppt_x"/>
                                          </p:val>
                                        </p:tav>
                                        <p:tav tm="100000">
                                          <p:val>
                                            <p:strVal val="#ppt_x"/>
                                          </p:val>
                                        </p:tav>
                                      </p:tavLst>
                                    </p:anim>
                                    <p:anim calcmode="lin" valueType="num">
                                      <p:cBhvr>
                                        <p:cTn id="113" dur="1000" fill="hold"/>
                                        <p:tgtEl>
                                          <p:spTgt spid="17"/>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18"/>
                                        </p:tgtEl>
                                        <p:attrNameLst>
                                          <p:attrName>style.visibility</p:attrName>
                                        </p:attrNameLst>
                                      </p:cBhvr>
                                      <p:to>
                                        <p:strVal val="visible"/>
                                      </p:to>
                                    </p:set>
                                    <p:animEffect transition="in" filter="fade">
                                      <p:cBhvr>
                                        <p:cTn id="116" dur="1000"/>
                                        <p:tgtEl>
                                          <p:spTgt spid="18"/>
                                        </p:tgtEl>
                                      </p:cBhvr>
                                    </p:animEffect>
                                    <p:anim calcmode="lin" valueType="num">
                                      <p:cBhvr>
                                        <p:cTn id="117" dur="1000" fill="hold"/>
                                        <p:tgtEl>
                                          <p:spTgt spid="18"/>
                                        </p:tgtEl>
                                        <p:attrNameLst>
                                          <p:attrName>ppt_x</p:attrName>
                                        </p:attrNameLst>
                                      </p:cBhvr>
                                      <p:tavLst>
                                        <p:tav tm="0">
                                          <p:val>
                                            <p:strVal val="#ppt_x"/>
                                          </p:val>
                                        </p:tav>
                                        <p:tav tm="100000">
                                          <p:val>
                                            <p:strVal val="#ppt_x"/>
                                          </p:val>
                                        </p:tav>
                                      </p:tavLst>
                                    </p:anim>
                                    <p:anim calcmode="lin" valueType="num">
                                      <p:cBhvr>
                                        <p:cTn id="118" dur="1000" fill="hold"/>
                                        <p:tgtEl>
                                          <p:spTgt spid="18"/>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0"/>
                                  </p:stCondLst>
                                  <p:childTnLst>
                                    <p:set>
                                      <p:cBhvr>
                                        <p:cTn id="120" dur="1" fill="hold">
                                          <p:stCondLst>
                                            <p:cond delay="0"/>
                                          </p:stCondLst>
                                        </p:cTn>
                                        <p:tgtEl>
                                          <p:spTgt spid="16"/>
                                        </p:tgtEl>
                                        <p:attrNameLst>
                                          <p:attrName>style.visibility</p:attrName>
                                        </p:attrNameLst>
                                      </p:cBhvr>
                                      <p:to>
                                        <p:strVal val="visible"/>
                                      </p:to>
                                    </p:set>
                                    <p:animEffect transition="in" filter="fade">
                                      <p:cBhvr>
                                        <p:cTn id="121" dur="1000"/>
                                        <p:tgtEl>
                                          <p:spTgt spid="16"/>
                                        </p:tgtEl>
                                      </p:cBhvr>
                                    </p:animEffect>
                                    <p:anim calcmode="lin" valueType="num">
                                      <p:cBhvr>
                                        <p:cTn id="122" dur="1000" fill="hold"/>
                                        <p:tgtEl>
                                          <p:spTgt spid="16"/>
                                        </p:tgtEl>
                                        <p:attrNameLst>
                                          <p:attrName>ppt_x</p:attrName>
                                        </p:attrNameLst>
                                      </p:cBhvr>
                                      <p:tavLst>
                                        <p:tav tm="0">
                                          <p:val>
                                            <p:strVal val="#ppt_x"/>
                                          </p:val>
                                        </p:tav>
                                        <p:tav tm="100000">
                                          <p:val>
                                            <p:strVal val="#ppt_x"/>
                                          </p:val>
                                        </p:tav>
                                      </p:tavLst>
                                    </p:anim>
                                    <p:anim calcmode="lin" valueType="num">
                                      <p:cBhvr>
                                        <p:cTn id="123" dur="1000" fill="hold"/>
                                        <p:tgtEl>
                                          <p:spTgt spid="16"/>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9"/>
                                        </p:tgtEl>
                                        <p:attrNameLst>
                                          <p:attrName>style.visibility</p:attrName>
                                        </p:attrNameLst>
                                      </p:cBhvr>
                                      <p:to>
                                        <p:strVal val="visible"/>
                                      </p:to>
                                    </p:set>
                                    <p:animEffect transition="in" filter="fade">
                                      <p:cBhvr>
                                        <p:cTn id="126" dur="1000"/>
                                        <p:tgtEl>
                                          <p:spTgt spid="39"/>
                                        </p:tgtEl>
                                      </p:cBhvr>
                                    </p:animEffect>
                                    <p:anim calcmode="lin" valueType="num">
                                      <p:cBhvr>
                                        <p:cTn id="127" dur="1000" fill="hold"/>
                                        <p:tgtEl>
                                          <p:spTgt spid="39"/>
                                        </p:tgtEl>
                                        <p:attrNameLst>
                                          <p:attrName>ppt_x</p:attrName>
                                        </p:attrNameLst>
                                      </p:cBhvr>
                                      <p:tavLst>
                                        <p:tav tm="0">
                                          <p:val>
                                            <p:strVal val="#ppt_x"/>
                                          </p:val>
                                        </p:tav>
                                        <p:tav tm="100000">
                                          <p:val>
                                            <p:strVal val="#ppt_x"/>
                                          </p:val>
                                        </p:tav>
                                      </p:tavLst>
                                    </p:anim>
                                    <p:anim calcmode="lin" valueType="num">
                                      <p:cBhvr>
                                        <p:cTn id="128" dur="1000" fill="hold"/>
                                        <p:tgtEl>
                                          <p:spTgt spid="39"/>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8"/>
                                        </p:tgtEl>
                                        <p:attrNameLst>
                                          <p:attrName>style.visibility</p:attrName>
                                        </p:attrNameLst>
                                      </p:cBhvr>
                                      <p:to>
                                        <p:strVal val="visible"/>
                                      </p:to>
                                    </p:set>
                                    <p:animEffect transition="in" filter="fade">
                                      <p:cBhvr>
                                        <p:cTn id="131" dur="1000"/>
                                        <p:tgtEl>
                                          <p:spTgt spid="38"/>
                                        </p:tgtEl>
                                      </p:cBhvr>
                                    </p:animEffect>
                                    <p:anim calcmode="lin" valueType="num">
                                      <p:cBhvr>
                                        <p:cTn id="132" dur="1000" fill="hold"/>
                                        <p:tgtEl>
                                          <p:spTgt spid="38"/>
                                        </p:tgtEl>
                                        <p:attrNameLst>
                                          <p:attrName>ppt_x</p:attrName>
                                        </p:attrNameLst>
                                      </p:cBhvr>
                                      <p:tavLst>
                                        <p:tav tm="0">
                                          <p:val>
                                            <p:strVal val="#ppt_x"/>
                                          </p:val>
                                        </p:tav>
                                        <p:tav tm="100000">
                                          <p:val>
                                            <p:strVal val="#ppt_x"/>
                                          </p:val>
                                        </p:tav>
                                      </p:tavLst>
                                    </p:anim>
                                    <p:anim calcmode="lin" valueType="num">
                                      <p:cBhvr>
                                        <p:cTn id="133" dur="1000" fill="hold"/>
                                        <p:tgtEl>
                                          <p:spTgt spid="38"/>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23"/>
                                        </p:tgtEl>
                                        <p:attrNameLst>
                                          <p:attrName>style.visibility</p:attrName>
                                        </p:attrNameLst>
                                      </p:cBhvr>
                                      <p:to>
                                        <p:strVal val="visible"/>
                                      </p:to>
                                    </p:set>
                                    <p:animEffect transition="in" filter="fade">
                                      <p:cBhvr>
                                        <p:cTn id="136" dur="1000"/>
                                        <p:tgtEl>
                                          <p:spTgt spid="23"/>
                                        </p:tgtEl>
                                      </p:cBhvr>
                                    </p:animEffect>
                                    <p:anim calcmode="lin" valueType="num">
                                      <p:cBhvr>
                                        <p:cTn id="137" dur="1000" fill="hold"/>
                                        <p:tgtEl>
                                          <p:spTgt spid="23"/>
                                        </p:tgtEl>
                                        <p:attrNameLst>
                                          <p:attrName>ppt_x</p:attrName>
                                        </p:attrNameLst>
                                      </p:cBhvr>
                                      <p:tavLst>
                                        <p:tav tm="0">
                                          <p:val>
                                            <p:strVal val="#ppt_x"/>
                                          </p:val>
                                        </p:tav>
                                        <p:tav tm="100000">
                                          <p:val>
                                            <p:strVal val="#ppt_x"/>
                                          </p:val>
                                        </p:tav>
                                      </p:tavLst>
                                    </p:anim>
                                    <p:anim calcmode="lin" valueType="num">
                                      <p:cBhvr>
                                        <p:cTn id="138" dur="1000" fill="hold"/>
                                        <p:tgtEl>
                                          <p:spTgt spid="23"/>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24"/>
                                        </p:tgtEl>
                                        <p:attrNameLst>
                                          <p:attrName>style.visibility</p:attrName>
                                        </p:attrNameLst>
                                      </p:cBhvr>
                                      <p:to>
                                        <p:strVal val="visible"/>
                                      </p:to>
                                    </p:set>
                                    <p:animEffect transition="in" filter="fade">
                                      <p:cBhvr>
                                        <p:cTn id="141" dur="1000"/>
                                        <p:tgtEl>
                                          <p:spTgt spid="24"/>
                                        </p:tgtEl>
                                      </p:cBhvr>
                                    </p:animEffect>
                                    <p:anim calcmode="lin" valueType="num">
                                      <p:cBhvr>
                                        <p:cTn id="142" dur="1000" fill="hold"/>
                                        <p:tgtEl>
                                          <p:spTgt spid="24"/>
                                        </p:tgtEl>
                                        <p:attrNameLst>
                                          <p:attrName>ppt_x</p:attrName>
                                        </p:attrNameLst>
                                      </p:cBhvr>
                                      <p:tavLst>
                                        <p:tav tm="0">
                                          <p:val>
                                            <p:strVal val="#ppt_x"/>
                                          </p:val>
                                        </p:tav>
                                        <p:tav tm="100000">
                                          <p:val>
                                            <p:strVal val="#ppt_x"/>
                                          </p:val>
                                        </p:tav>
                                      </p:tavLst>
                                    </p:anim>
                                    <p:anim calcmode="lin" valueType="num">
                                      <p:cBhvr>
                                        <p:cTn id="143" dur="1000" fill="hold"/>
                                        <p:tgtEl>
                                          <p:spTgt spid="24"/>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22"/>
                                        </p:tgtEl>
                                        <p:attrNameLst>
                                          <p:attrName>style.visibility</p:attrName>
                                        </p:attrNameLst>
                                      </p:cBhvr>
                                      <p:to>
                                        <p:strVal val="visible"/>
                                      </p:to>
                                    </p:set>
                                    <p:animEffect transition="in" filter="fade">
                                      <p:cBhvr>
                                        <p:cTn id="146" dur="1000"/>
                                        <p:tgtEl>
                                          <p:spTgt spid="22"/>
                                        </p:tgtEl>
                                      </p:cBhvr>
                                    </p:animEffect>
                                    <p:anim calcmode="lin" valueType="num">
                                      <p:cBhvr>
                                        <p:cTn id="147" dur="1000" fill="hold"/>
                                        <p:tgtEl>
                                          <p:spTgt spid="22"/>
                                        </p:tgtEl>
                                        <p:attrNameLst>
                                          <p:attrName>ppt_x</p:attrName>
                                        </p:attrNameLst>
                                      </p:cBhvr>
                                      <p:tavLst>
                                        <p:tav tm="0">
                                          <p:val>
                                            <p:strVal val="#ppt_x"/>
                                          </p:val>
                                        </p:tav>
                                        <p:tav tm="100000">
                                          <p:val>
                                            <p:strVal val="#ppt_x"/>
                                          </p:val>
                                        </p:tav>
                                      </p:tavLst>
                                    </p:anim>
                                    <p:anim calcmode="lin" valueType="num">
                                      <p:cBhvr>
                                        <p:cTn id="148" dur="1000" fill="hold"/>
                                        <p:tgtEl>
                                          <p:spTgt spid="22"/>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43"/>
                                        </p:tgtEl>
                                        <p:attrNameLst>
                                          <p:attrName>style.visibility</p:attrName>
                                        </p:attrNameLst>
                                      </p:cBhvr>
                                      <p:to>
                                        <p:strVal val="visible"/>
                                      </p:to>
                                    </p:set>
                                    <p:animEffect transition="in" filter="fade">
                                      <p:cBhvr>
                                        <p:cTn id="151" dur="1000"/>
                                        <p:tgtEl>
                                          <p:spTgt spid="43"/>
                                        </p:tgtEl>
                                      </p:cBhvr>
                                    </p:animEffect>
                                    <p:anim calcmode="lin" valueType="num">
                                      <p:cBhvr>
                                        <p:cTn id="152" dur="1000" fill="hold"/>
                                        <p:tgtEl>
                                          <p:spTgt spid="43"/>
                                        </p:tgtEl>
                                        <p:attrNameLst>
                                          <p:attrName>ppt_x</p:attrName>
                                        </p:attrNameLst>
                                      </p:cBhvr>
                                      <p:tavLst>
                                        <p:tav tm="0">
                                          <p:val>
                                            <p:strVal val="#ppt_x"/>
                                          </p:val>
                                        </p:tav>
                                        <p:tav tm="100000">
                                          <p:val>
                                            <p:strVal val="#ppt_x"/>
                                          </p:val>
                                        </p:tav>
                                      </p:tavLst>
                                    </p:anim>
                                    <p:anim calcmode="lin" valueType="num">
                                      <p:cBhvr>
                                        <p:cTn id="153" dur="1000" fill="hold"/>
                                        <p:tgtEl>
                                          <p:spTgt spid="43"/>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42"/>
                                        </p:tgtEl>
                                        <p:attrNameLst>
                                          <p:attrName>style.visibility</p:attrName>
                                        </p:attrNameLst>
                                      </p:cBhvr>
                                      <p:to>
                                        <p:strVal val="visible"/>
                                      </p:to>
                                    </p:set>
                                    <p:animEffect transition="in" filter="fade">
                                      <p:cBhvr>
                                        <p:cTn id="156" dur="1000"/>
                                        <p:tgtEl>
                                          <p:spTgt spid="42"/>
                                        </p:tgtEl>
                                      </p:cBhvr>
                                    </p:animEffect>
                                    <p:anim calcmode="lin" valueType="num">
                                      <p:cBhvr>
                                        <p:cTn id="157" dur="1000" fill="hold"/>
                                        <p:tgtEl>
                                          <p:spTgt spid="42"/>
                                        </p:tgtEl>
                                        <p:attrNameLst>
                                          <p:attrName>ppt_x</p:attrName>
                                        </p:attrNameLst>
                                      </p:cBhvr>
                                      <p:tavLst>
                                        <p:tav tm="0">
                                          <p:val>
                                            <p:strVal val="#ppt_x"/>
                                          </p:val>
                                        </p:tav>
                                        <p:tav tm="100000">
                                          <p:val>
                                            <p:strVal val="#ppt_x"/>
                                          </p:val>
                                        </p:tav>
                                      </p:tavLst>
                                    </p:anim>
                                    <p:anim calcmode="lin" valueType="num">
                                      <p:cBhvr>
                                        <p:cTn id="158" dur="1000" fill="hold"/>
                                        <p:tgtEl>
                                          <p:spTgt spid="42"/>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0"/>
                                  </p:stCondLst>
                                  <p:childTnLst>
                                    <p:set>
                                      <p:cBhvr>
                                        <p:cTn id="160" dur="1" fill="hold">
                                          <p:stCondLst>
                                            <p:cond delay="0"/>
                                          </p:stCondLst>
                                        </p:cTn>
                                        <p:tgtEl>
                                          <p:spTgt spid="21"/>
                                        </p:tgtEl>
                                        <p:attrNameLst>
                                          <p:attrName>style.visibility</p:attrName>
                                        </p:attrNameLst>
                                      </p:cBhvr>
                                      <p:to>
                                        <p:strVal val="visible"/>
                                      </p:to>
                                    </p:set>
                                    <p:animEffect transition="in" filter="fade">
                                      <p:cBhvr>
                                        <p:cTn id="161" dur="1000"/>
                                        <p:tgtEl>
                                          <p:spTgt spid="21"/>
                                        </p:tgtEl>
                                      </p:cBhvr>
                                    </p:animEffect>
                                    <p:anim calcmode="lin" valueType="num">
                                      <p:cBhvr>
                                        <p:cTn id="162" dur="1000" fill="hold"/>
                                        <p:tgtEl>
                                          <p:spTgt spid="21"/>
                                        </p:tgtEl>
                                        <p:attrNameLst>
                                          <p:attrName>ppt_x</p:attrName>
                                        </p:attrNameLst>
                                      </p:cBhvr>
                                      <p:tavLst>
                                        <p:tav tm="0">
                                          <p:val>
                                            <p:strVal val="#ppt_x"/>
                                          </p:val>
                                        </p:tav>
                                        <p:tav tm="100000">
                                          <p:val>
                                            <p:strVal val="#ppt_x"/>
                                          </p:val>
                                        </p:tav>
                                      </p:tavLst>
                                    </p:anim>
                                    <p:anim calcmode="lin" valueType="num">
                                      <p:cBhvr>
                                        <p:cTn id="163" dur="1000" fill="hold"/>
                                        <p:tgtEl>
                                          <p:spTgt spid="21"/>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0"/>
                                  </p:stCondLst>
                                  <p:childTnLst>
                                    <p:set>
                                      <p:cBhvr>
                                        <p:cTn id="165" dur="1" fill="hold">
                                          <p:stCondLst>
                                            <p:cond delay="0"/>
                                          </p:stCondLst>
                                        </p:cTn>
                                        <p:tgtEl>
                                          <p:spTgt spid="20"/>
                                        </p:tgtEl>
                                        <p:attrNameLst>
                                          <p:attrName>style.visibility</p:attrName>
                                        </p:attrNameLst>
                                      </p:cBhvr>
                                      <p:to>
                                        <p:strVal val="visible"/>
                                      </p:to>
                                    </p:set>
                                    <p:animEffect transition="in" filter="fade">
                                      <p:cBhvr>
                                        <p:cTn id="166" dur="1000"/>
                                        <p:tgtEl>
                                          <p:spTgt spid="20"/>
                                        </p:tgtEl>
                                      </p:cBhvr>
                                    </p:animEffect>
                                    <p:anim calcmode="lin" valueType="num">
                                      <p:cBhvr>
                                        <p:cTn id="167" dur="1000" fill="hold"/>
                                        <p:tgtEl>
                                          <p:spTgt spid="20"/>
                                        </p:tgtEl>
                                        <p:attrNameLst>
                                          <p:attrName>ppt_x</p:attrName>
                                        </p:attrNameLst>
                                      </p:cBhvr>
                                      <p:tavLst>
                                        <p:tav tm="0">
                                          <p:val>
                                            <p:strVal val="#ppt_x"/>
                                          </p:val>
                                        </p:tav>
                                        <p:tav tm="100000">
                                          <p:val>
                                            <p:strVal val="#ppt_x"/>
                                          </p:val>
                                        </p:tav>
                                      </p:tavLst>
                                    </p:anim>
                                    <p:anim calcmode="lin" valueType="num">
                                      <p:cBhvr>
                                        <p:cTn id="168" dur="1000" fill="hold"/>
                                        <p:tgtEl>
                                          <p:spTgt spid="20"/>
                                        </p:tgtEl>
                                        <p:attrNameLst>
                                          <p:attrName>ppt_y</p:attrName>
                                        </p:attrNameLst>
                                      </p:cBhvr>
                                      <p:tavLst>
                                        <p:tav tm="0">
                                          <p:val>
                                            <p:strVal val="#ppt_y+.1"/>
                                          </p:val>
                                        </p:tav>
                                        <p:tav tm="100000">
                                          <p:val>
                                            <p:strVal val="#ppt_y"/>
                                          </p:val>
                                        </p:tav>
                                      </p:tavLst>
                                    </p:anim>
                                  </p:childTnLst>
                                </p:cTn>
                              </p:par>
                              <p:par>
                                <p:cTn id="169" presetID="42" presetClass="entr" presetSubtype="0" fill="hold" nodeType="withEffect">
                                  <p:stCondLst>
                                    <p:cond delay="0"/>
                                  </p:stCondLst>
                                  <p:childTnLst>
                                    <p:set>
                                      <p:cBhvr>
                                        <p:cTn id="170" dur="1" fill="hold">
                                          <p:stCondLst>
                                            <p:cond delay="0"/>
                                          </p:stCondLst>
                                        </p:cTn>
                                        <p:tgtEl>
                                          <p:spTgt spid="19"/>
                                        </p:tgtEl>
                                        <p:attrNameLst>
                                          <p:attrName>style.visibility</p:attrName>
                                        </p:attrNameLst>
                                      </p:cBhvr>
                                      <p:to>
                                        <p:strVal val="visible"/>
                                      </p:to>
                                    </p:set>
                                    <p:animEffect transition="in" filter="fade">
                                      <p:cBhvr>
                                        <p:cTn id="171" dur="1000"/>
                                        <p:tgtEl>
                                          <p:spTgt spid="19"/>
                                        </p:tgtEl>
                                      </p:cBhvr>
                                    </p:animEffect>
                                    <p:anim calcmode="lin" valueType="num">
                                      <p:cBhvr>
                                        <p:cTn id="172" dur="1000" fill="hold"/>
                                        <p:tgtEl>
                                          <p:spTgt spid="19"/>
                                        </p:tgtEl>
                                        <p:attrNameLst>
                                          <p:attrName>ppt_x</p:attrName>
                                        </p:attrNameLst>
                                      </p:cBhvr>
                                      <p:tavLst>
                                        <p:tav tm="0">
                                          <p:val>
                                            <p:strVal val="#ppt_x"/>
                                          </p:val>
                                        </p:tav>
                                        <p:tav tm="100000">
                                          <p:val>
                                            <p:strVal val="#ppt_x"/>
                                          </p:val>
                                        </p:tav>
                                      </p:tavLst>
                                    </p:anim>
                                    <p:anim calcmode="lin" valueType="num">
                                      <p:cBhvr>
                                        <p:cTn id="173" dur="1000" fill="hold"/>
                                        <p:tgtEl>
                                          <p:spTgt spid="19"/>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41"/>
                                        </p:tgtEl>
                                        <p:attrNameLst>
                                          <p:attrName>style.visibility</p:attrName>
                                        </p:attrNameLst>
                                      </p:cBhvr>
                                      <p:to>
                                        <p:strVal val="visible"/>
                                      </p:to>
                                    </p:set>
                                    <p:animEffect transition="in" filter="fade">
                                      <p:cBhvr>
                                        <p:cTn id="176" dur="1000"/>
                                        <p:tgtEl>
                                          <p:spTgt spid="41"/>
                                        </p:tgtEl>
                                      </p:cBhvr>
                                    </p:animEffect>
                                    <p:anim calcmode="lin" valueType="num">
                                      <p:cBhvr>
                                        <p:cTn id="177" dur="1000" fill="hold"/>
                                        <p:tgtEl>
                                          <p:spTgt spid="41"/>
                                        </p:tgtEl>
                                        <p:attrNameLst>
                                          <p:attrName>ppt_x</p:attrName>
                                        </p:attrNameLst>
                                      </p:cBhvr>
                                      <p:tavLst>
                                        <p:tav tm="0">
                                          <p:val>
                                            <p:strVal val="#ppt_x"/>
                                          </p:val>
                                        </p:tav>
                                        <p:tav tm="100000">
                                          <p:val>
                                            <p:strVal val="#ppt_x"/>
                                          </p:val>
                                        </p:tav>
                                      </p:tavLst>
                                    </p:anim>
                                    <p:anim calcmode="lin" valueType="num">
                                      <p:cBhvr>
                                        <p:cTn id="178" dur="1000" fill="hold"/>
                                        <p:tgtEl>
                                          <p:spTgt spid="41"/>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40"/>
                                        </p:tgtEl>
                                        <p:attrNameLst>
                                          <p:attrName>style.visibility</p:attrName>
                                        </p:attrNameLst>
                                      </p:cBhvr>
                                      <p:to>
                                        <p:strVal val="visible"/>
                                      </p:to>
                                    </p:set>
                                    <p:animEffect transition="in" filter="fade">
                                      <p:cBhvr>
                                        <p:cTn id="181" dur="1000"/>
                                        <p:tgtEl>
                                          <p:spTgt spid="40"/>
                                        </p:tgtEl>
                                      </p:cBhvr>
                                    </p:animEffect>
                                    <p:anim calcmode="lin" valueType="num">
                                      <p:cBhvr>
                                        <p:cTn id="182" dur="1000" fill="hold"/>
                                        <p:tgtEl>
                                          <p:spTgt spid="40"/>
                                        </p:tgtEl>
                                        <p:attrNameLst>
                                          <p:attrName>ppt_x</p:attrName>
                                        </p:attrNameLst>
                                      </p:cBhvr>
                                      <p:tavLst>
                                        <p:tav tm="0">
                                          <p:val>
                                            <p:strVal val="#ppt_x"/>
                                          </p:val>
                                        </p:tav>
                                        <p:tav tm="100000">
                                          <p:val>
                                            <p:strVal val="#ppt_x"/>
                                          </p:val>
                                        </p:tav>
                                      </p:tavLst>
                                    </p:anim>
                                    <p:anim calcmode="lin" valueType="num">
                                      <p:cBhvr>
                                        <p:cTn id="183" dur="1000" fill="hold"/>
                                        <p:tgtEl>
                                          <p:spTgt spid="40"/>
                                        </p:tgtEl>
                                        <p:attrNameLst>
                                          <p:attrName>ppt_y</p:attrName>
                                        </p:attrNameLst>
                                      </p:cBhvr>
                                      <p:tavLst>
                                        <p:tav tm="0">
                                          <p:val>
                                            <p:strVal val="#ppt_y+.1"/>
                                          </p:val>
                                        </p:tav>
                                        <p:tav tm="100000">
                                          <p:val>
                                            <p:strVal val="#ppt_y"/>
                                          </p:val>
                                        </p:tav>
                                      </p:tavLst>
                                    </p:anim>
                                  </p:childTnLst>
                                </p:cTn>
                              </p:par>
                              <p:par>
                                <p:cTn id="184" presetID="42" presetClass="entr" presetSubtype="0" fill="hold" nodeType="withEffect">
                                  <p:stCondLst>
                                    <p:cond delay="0"/>
                                  </p:stCondLst>
                                  <p:childTnLst>
                                    <p:set>
                                      <p:cBhvr>
                                        <p:cTn id="185" dur="1" fill="hold">
                                          <p:stCondLst>
                                            <p:cond delay="0"/>
                                          </p:stCondLst>
                                        </p:cTn>
                                        <p:tgtEl>
                                          <p:spTgt spid="25"/>
                                        </p:tgtEl>
                                        <p:attrNameLst>
                                          <p:attrName>style.visibility</p:attrName>
                                        </p:attrNameLst>
                                      </p:cBhvr>
                                      <p:to>
                                        <p:strVal val="visible"/>
                                      </p:to>
                                    </p:set>
                                    <p:animEffect transition="in" filter="fade">
                                      <p:cBhvr>
                                        <p:cTn id="186" dur="1000"/>
                                        <p:tgtEl>
                                          <p:spTgt spid="25"/>
                                        </p:tgtEl>
                                      </p:cBhvr>
                                    </p:animEffect>
                                    <p:anim calcmode="lin" valueType="num">
                                      <p:cBhvr>
                                        <p:cTn id="187" dur="1000" fill="hold"/>
                                        <p:tgtEl>
                                          <p:spTgt spid="25"/>
                                        </p:tgtEl>
                                        <p:attrNameLst>
                                          <p:attrName>ppt_x</p:attrName>
                                        </p:attrNameLst>
                                      </p:cBhvr>
                                      <p:tavLst>
                                        <p:tav tm="0">
                                          <p:val>
                                            <p:strVal val="#ppt_x"/>
                                          </p:val>
                                        </p:tav>
                                        <p:tav tm="100000">
                                          <p:val>
                                            <p:strVal val="#ppt_x"/>
                                          </p:val>
                                        </p:tav>
                                      </p:tavLst>
                                    </p:anim>
                                    <p:anim calcmode="lin" valueType="num">
                                      <p:cBhvr>
                                        <p:cTn id="188" dur="1000" fill="hold"/>
                                        <p:tgtEl>
                                          <p:spTgt spid="25"/>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0"/>
                                  </p:stCondLst>
                                  <p:childTnLst>
                                    <p:set>
                                      <p:cBhvr>
                                        <p:cTn id="190" dur="1" fill="hold">
                                          <p:stCondLst>
                                            <p:cond delay="0"/>
                                          </p:stCondLst>
                                        </p:cTn>
                                        <p:tgtEl>
                                          <p:spTgt spid="26"/>
                                        </p:tgtEl>
                                        <p:attrNameLst>
                                          <p:attrName>style.visibility</p:attrName>
                                        </p:attrNameLst>
                                      </p:cBhvr>
                                      <p:to>
                                        <p:strVal val="visible"/>
                                      </p:to>
                                    </p:set>
                                    <p:animEffect transition="in" filter="fade">
                                      <p:cBhvr>
                                        <p:cTn id="191" dur="1000"/>
                                        <p:tgtEl>
                                          <p:spTgt spid="26"/>
                                        </p:tgtEl>
                                      </p:cBhvr>
                                    </p:animEffect>
                                    <p:anim calcmode="lin" valueType="num">
                                      <p:cBhvr>
                                        <p:cTn id="192" dur="1000" fill="hold"/>
                                        <p:tgtEl>
                                          <p:spTgt spid="26"/>
                                        </p:tgtEl>
                                        <p:attrNameLst>
                                          <p:attrName>ppt_x</p:attrName>
                                        </p:attrNameLst>
                                      </p:cBhvr>
                                      <p:tavLst>
                                        <p:tav tm="0">
                                          <p:val>
                                            <p:strVal val="#ppt_x"/>
                                          </p:val>
                                        </p:tav>
                                        <p:tav tm="100000">
                                          <p:val>
                                            <p:strVal val="#ppt_x"/>
                                          </p:val>
                                        </p:tav>
                                      </p:tavLst>
                                    </p:anim>
                                    <p:anim calcmode="lin" valueType="num">
                                      <p:cBhvr>
                                        <p:cTn id="193" dur="1000" fill="hold"/>
                                        <p:tgtEl>
                                          <p:spTgt spid="26"/>
                                        </p:tgtEl>
                                        <p:attrNameLst>
                                          <p:attrName>ppt_y</p:attrName>
                                        </p:attrNameLst>
                                      </p:cBhvr>
                                      <p:tavLst>
                                        <p:tav tm="0">
                                          <p:val>
                                            <p:strVal val="#ppt_y+.1"/>
                                          </p:val>
                                        </p:tav>
                                        <p:tav tm="100000">
                                          <p:val>
                                            <p:strVal val="#ppt_y"/>
                                          </p:val>
                                        </p:tav>
                                      </p:tavLst>
                                    </p:anim>
                                  </p:childTnLst>
                                </p:cTn>
                              </p:par>
                              <p:par>
                                <p:cTn id="194" presetID="42" presetClass="entr" presetSubtype="0" fill="hold" nodeType="withEffect">
                                  <p:stCondLst>
                                    <p:cond delay="0"/>
                                  </p:stCondLst>
                                  <p:childTnLst>
                                    <p:set>
                                      <p:cBhvr>
                                        <p:cTn id="195" dur="1" fill="hold">
                                          <p:stCondLst>
                                            <p:cond delay="0"/>
                                          </p:stCondLst>
                                        </p:cTn>
                                        <p:tgtEl>
                                          <p:spTgt spid="27"/>
                                        </p:tgtEl>
                                        <p:attrNameLst>
                                          <p:attrName>style.visibility</p:attrName>
                                        </p:attrNameLst>
                                      </p:cBhvr>
                                      <p:to>
                                        <p:strVal val="visible"/>
                                      </p:to>
                                    </p:set>
                                    <p:animEffect transition="in" filter="fade">
                                      <p:cBhvr>
                                        <p:cTn id="196" dur="1000"/>
                                        <p:tgtEl>
                                          <p:spTgt spid="27"/>
                                        </p:tgtEl>
                                      </p:cBhvr>
                                    </p:animEffect>
                                    <p:anim calcmode="lin" valueType="num">
                                      <p:cBhvr>
                                        <p:cTn id="197" dur="1000" fill="hold"/>
                                        <p:tgtEl>
                                          <p:spTgt spid="27"/>
                                        </p:tgtEl>
                                        <p:attrNameLst>
                                          <p:attrName>ppt_x</p:attrName>
                                        </p:attrNameLst>
                                      </p:cBhvr>
                                      <p:tavLst>
                                        <p:tav tm="0">
                                          <p:val>
                                            <p:strVal val="#ppt_x"/>
                                          </p:val>
                                        </p:tav>
                                        <p:tav tm="100000">
                                          <p:val>
                                            <p:strVal val="#ppt_x"/>
                                          </p:val>
                                        </p:tav>
                                      </p:tavLst>
                                    </p:anim>
                                    <p:anim calcmode="lin" valueType="num">
                                      <p:cBhvr>
                                        <p:cTn id="198" dur="1000" fill="hold"/>
                                        <p:tgtEl>
                                          <p:spTgt spid="27"/>
                                        </p:tgtEl>
                                        <p:attrNameLst>
                                          <p:attrName>ppt_y</p:attrName>
                                        </p:attrNameLst>
                                      </p:cBhvr>
                                      <p:tavLst>
                                        <p:tav tm="0">
                                          <p:val>
                                            <p:strVal val="#ppt_y+.1"/>
                                          </p:val>
                                        </p:tav>
                                        <p:tav tm="100000">
                                          <p:val>
                                            <p:strVal val="#ppt_y"/>
                                          </p:val>
                                        </p:tav>
                                      </p:tavLst>
                                    </p:anim>
                                  </p:childTnLst>
                                </p:cTn>
                              </p:par>
                              <p:par>
                                <p:cTn id="199" presetID="42" presetClass="entr" presetSubtype="0" fill="hold" grpId="0" nodeType="withEffect">
                                  <p:stCondLst>
                                    <p:cond delay="0"/>
                                  </p:stCondLst>
                                  <p:childTnLst>
                                    <p:set>
                                      <p:cBhvr>
                                        <p:cTn id="200" dur="1" fill="hold">
                                          <p:stCondLst>
                                            <p:cond delay="0"/>
                                          </p:stCondLst>
                                        </p:cTn>
                                        <p:tgtEl>
                                          <p:spTgt spid="44"/>
                                        </p:tgtEl>
                                        <p:attrNameLst>
                                          <p:attrName>style.visibility</p:attrName>
                                        </p:attrNameLst>
                                      </p:cBhvr>
                                      <p:to>
                                        <p:strVal val="visible"/>
                                      </p:to>
                                    </p:set>
                                    <p:animEffect transition="in" filter="fade">
                                      <p:cBhvr>
                                        <p:cTn id="201" dur="1000"/>
                                        <p:tgtEl>
                                          <p:spTgt spid="44"/>
                                        </p:tgtEl>
                                      </p:cBhvr>
                                    </p:animEffect>
                                    <p:anim calcmode="lin" valueType="num">
                                      <p:cBhvr>
                                        <p:cTn id="202" dur="1000" fill="hold"/>
                                        <p:tgtEl>
                                          <p:spTgt spid="44"/>
                                        </p:tgtEl>
                                        <p:attrNameLst>
                                          <p:attrName>ppt_x</p:attrName>
                                        </p:attrNameLst>
                                      </p:cBhvr>
                                      <p:tavLst>
                                        <p:tav tm="0">
                                          <p:val>
                                            <p:strVal val="#ppt_x"/>
                                          </p:val>
                                        </p:tav>
                                        <p:tav tm="100000">
                                          <p:val>
                                            <p:strVal val="#ppt_x"/>
                                          </p:val>
                                        </p:tav>
                                      </p:tavLst>
                                    </p:anim>
                                    <p:anim calcmode="lin" valueType="num">
                                      <p:cBhvr>
                                        <p:cTn id="203" dur="1000" fill="hold"/>
                                        <p:tgtEl>
                                          <p:spTgt spid="44"/>
                                        </p:tgtEl>
                                        <p:attrNameLst>
                                          <p:attrName>ppt_y</p:attrName>
                                        </p:attrNameLst>
                                      </p:cBhvr>
                                      <p:tavLst>
                                        <p:tav tm="0">
                                          <p:val>
                                            <p:strVal val="#ppt_y+.1"/>
                                          </p:val>
                                        </p:tav>
                                        <p:tav tm="100000">
                                          <p:val>
                                            <p:strVal val="#ppt_y"/>
                                          </p:val>
                                        </p:tav>
                                      </p:tavLst>
                                    </p:anim>
                                  </p:childTnLst>
                                </p:cTn>
                              </p:par>
                              <p:par>
                                <p:cTn id="204" presetID="42" presetClass="entr" presetSubtype="0" fill="hold" grpId="0" nodeType="withEffect">
                                  <p:stCondLst>
                                    <p:cond delay="0"/>
                                  </p:stCondLst>
                                  <p:childTnLst>
                                    <p:set>
                                      <p:cBhvr>
                                        <p:cTn id="205" dur="1" fill="hold">
                                          <p:stCondLst>
                                            <p:cond delay="0"/>
                                          </p:stCondLst>
                                        </p:cTn>
                                        <p:tgtEl>
                                          <p:spTgt spid="45"/>
                                        </p:tgtEl>
                                        <p:attrNameLst>
                                          <p:attrName>style.visibility</p:attrName>
                                        </p:attrNameLst>
                                      </p:cBhvr>
                                      <p:to>
                                        <p:strVal val="visible"/>
                                      </p:to>
                                    </p:set>
                                    <p:animEffect transition="in" filter="fade">
                                      <p:cBhvr>
                                        <p:cTn id="206" dur="1000"/>
                                        <p:tgtEl>
                                          <p:spTgt spid="45"/>
                                        </p:tgtEl>
                                      </p:cBhvr>
                                    </p:animEffect>
                                    <p:anim calcmode="lin" valueType="num">
                                      <p:cBhvr>
                                        <p:cTn id="207" dur="1000" fill="hold"/>
                                        <p:tgtEl>
                                          <p:spTgt spid="45"/>
                                        </p:tgtEl>
                                        <p:attrNameLst>
                                          <p:attrName>ppt_x</p:attrName>
                                        </p:attrNameLst>
                                      </p:cBhvr>
                                      <p:tavLst>
                                        <p:tav tm="0">
                                          <p:val>
                                            <p:strVal val="#ppt_x"/>
                                          </p:val>
                                        </p:tav>
                                        <p:tav tm="100000">
                                          <p:val>
                                            <p:strVal val="#ppt_x"/>
                                          </p:val>
                                        </p:tav>
                                      </p:tavLst>
                                    </p:anim>
                                    <p:anim calcmode="lin" valueType="num">
                                      <p:cBhvr>
                                        <p:cTn id="208"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476250"/>
            <a:ext cx="1428750" cy="2381250"/>
          </a:xfrm>
          <a:prstGeom prst="rect">
            <a:avLst/>
          </a:prstGeom>
        </p:spPr>
      </p:pic>
      <p:pic>
        <p:nvPicPr>
          <p:cNvPr id="4" name="Image 2" descr="preencoded.png"/>
          <p:cNvPicPr>
            <a:picLocks noChangeAspect="1"/>
          </p:cNvPicPr>
          <p:nvPr/>
        </p:nvPicPr>
        <p:blipFill>
          <a:blip r:embed="rId5"/>
          <a:stretch>
            <a:fillRect/>
          </a:stretch>
        </p:blipFill>
        <p:spPr>
          <a:xfrm>
            <a:off x="11049000" y="4000500"/>
            <a:ext cx="1143000" cy="1905000"/>
          </a:xfrm>
          <a:prstGeom prst="rect">
            <a:avLst/>
          </a:prstGeom>
        </p:spPr>
      </p:pic>
      <p:pic>
        <p:nvPicPr>
          <p:cNvPr id="5" name="Image 3" descr="preencoded.png"/>
          <p:cNvPicPr>
            <a:picLocks noChangeAspect="1"/>
          </p:cNvPicPr>
          <p:nvPr/>
        </p:nvPicPr>
        <p:blipFill>
          <a:blip r:embed="rId6"/>
          <a:stretch>
            <a:fillRect/>
          </a:stretch>
        </p:blipFill>
        <p:spPr>
          <a:xfrm>
            <a:off x="457200" y="914400"/>
            <a:ext cx="762000" cy="38100"/>
          </a:xfrm>
          <a:prstGeom prst="rect">
            <a:avLst/>
          </a:prstGeom>
        </p:spPr>
      </p:pic>
      <p:pic>
        <p:nvPicPr>
          <p:cNvPr id="6" name="Image 4" descr="preencoded.png"/>
          <p:cNvPicPr>
            <a:picLocks noChangeAspect="1"/>
          </p:cNvPicPr>
          <p:nvPr/>
        </p:nvPicPr>
        <p:blipFill>
          <a:blip r:embed="rId7"/>
          <a:stretch>
            <a:fillRect/>
          </a:stretch>
        </p:blipFill>
        <p:spPr>
          <a:xfrm>
            <a:off x="457200" y="1752600"/>
            <a:ext cx="5486400" cy="4229100"/>
          </a:xfrm>
          <a:prstGeom prst="rect">
            <a:avLst/>
          </a:prstGeom>
        </p:spPr>
      </p:pic>
      <p:pic>
        <p:nvPicPr>
          <p:cNvPr id="7" name="Image 5" descr="preencoded.png"/>
          <p:cNvPicPr>
            <a:picLocks noChangeAspect="1"/>
          </p:cNvPicPr>
          <p:nvPr/>
        </p:nvPicPr>
        <p:blipFill>
          <a:blip r:embed="rId8"/>
          <a:stretch>
            <a:fillRect/>
          </a:stretch>
        </p:blipFill>
        <p:spPr>
          <a:xfrm>
            <a:off x="457200" y="1752600"/>
            <a:ext cx="5486400" cy="647700"/>
          </a:xfrm>
          <a:prstGeom prst="rect">
            <a:avLst/>
          </a:prstGeom>
        </p:spPr>
      </p:pic>
      <p:pic>
        <p:nvPicPr>
          <p:cNvPr id="8" name="Image 6" descr="preencoded.png"/>
          <p:cNvPicPr>
            <a:picLocks noChangeAspect="1"/>
          </p:cNvPicPr>
          <p:nvPr/>
        </p:nvPicPr>
        <p:blipFill>
          <a:blip r:embed="rId9"/>
          <a:stretch>
            <a:fillRect/>
          </a:stretch>
        </p:blipFill>
        <p:spPr>
          <a:xfrm>
            <a:off x="609600" y="1905000"/>
            <a:ext cx="285750" cy="342900"/>
          </a:xfrm>
          <a:prstGeom prst="rect">
            <a:avLst/>
          </a:prstGeom>
        </p:spPr>
      </p:pic>
      <p:pic>
        <p:nvPicPr>
          <p:cNvPr id="9" name="Image 7" descr="preencoded.png"/>
          <p:cNvPicPr>
            <a:picLocks noChangeAspect="1"/>
          </p:cNvPicPr>
          <p:nvPr/>
        </p:nvPicPr>
        <p:blipFill>
          <a:blip r:embed="rId10"/>
          <a:stretch>
            <a:fillRect/>
          </a:stretch>
        </p:blipFill>
        <p:spPr>
          <a:xfrm>
            <a:off x="647700" y="3200400"/>
            <a:ext cx="5105400" cy="609600"/>
          </a:xfrm>
          <a:prstGeom prst="rect">
            <a:avLst/>
          </a:prstGeom>
        </p:spPr>
      </p:pic>
      <p:pic>
        <p:nvPicPr>
          <p:cNvPr id="10" name="Image 8" descr="preencoded.png"/>
          <p:cNvPicPr>
            <a:picLocks noChangeAspect="1"/>
          </p:cNvPicPr>
          <p:nvPr/>
        </p:nvPicPr>
        <p:blipFill>
          <a:blip r:embed="rId11"/>
          <a:stretch>
            <a:fillRect/>
          </a:stretch>
        </p:blipFill>
        <p:spPr>
          <a:xfrm>
            <a:off x="762000" y="3314700"/>
            <a:ext cx="190500" cy="152400"/>
          </a:xfrm>
          <a:prstGeom prst="rect">
            <a:avLst/>
          </a:prstGeom>
        </p:spPr>
      </p:pic>
      <p:pic>
        <p:nvPicPr>
          <p:cNvPr id="11" name="Image 9" descr="preencoded.png"/>
          <p:cNvPicPr>
            <a:picLocks noChangeAspect="1"/>
          </p:cNvPicPr>
          <p:nvPr/>
        </p:nvPicPr>
        <p:blipFill>
          <a:blip r:embed="rId10"/>
          <a:stretch>
            <a:fillRect/>
          </a:stretch>
        </p:blipFill>
        <p:spPr>
          <a:xfrm>
            <a:off x="647700" y="3924300"/>
            <a:ext cx="5105400" cy="609600"/>
          </a:xfrm>
          <a:prstGeom prst="rect">
            <a:avLst/>
          </a:prstGeom>
        </p:spPr>
      </p:pic>
      <p:pic>
        <p:nvPicPr>
          <p:cNvPr id="12" name="Image 10" descr="preencoded.png"/>
          <p:cNvPicPr>
            <a:picLocks noChangeAspect="1"/>
          </p:cNvPicPr>
          <p:nvPr/>
        </p:nvPicPr>
        <p:blipFill>
          <a:blip r:embed="rId12"/>
          <a:stretch>
            <a:fillRect/>
          </a:stretch>
        </p:blipFill>
        <p:spPr>
          <a:xfrm>
            <a:off x="762000" y="4038600"/>
            <a:ext cx="152400" cy="152400"/>
          </a:xfrm>
          <a:prstGeom prst="rect">
            <a:avLst/>
          </a:prstGeom>
        </p:spPr>
      </p:pic>
      <p:pic>
        <p:nvPicPr>
          <p:cNvPr id="13" name="Image 11" descr="preencoded.png"/>
          <p:cNvPicPr>
            <a:picLocks noChangeAspect="1"/>
          </p:cNvPicPr>
          <p:nvPr/>
        </p:nvPicPr>
        <p:blipFill>
          <a:blip r:embed="rId10"/>
          <a:stretch>
            <a:fillRect/>
          </a:stretch>
        </p:blipFill>
        <p:spPr>
          <a:xfrm>
            <a:off x="647700" y="4648200"/>
            <a:ext cx="5105400" cy="609600"/>
          </a:xfrm>
          <a:prstGeom prst="rect">
            <a:avLst/>
          </a:prstGeom>
        </p:spPr>
      </p:pic>
      <p:pic>
        <p:nvPicPr>
          <p:cNvPr id="14" name="Image 12" descr="preencoded.png"/>
          <p:cNvPicPr>
            <a:picLocks noChangeAspect="1"/>
          </p:cNvPicPr>
          <p:nvPr/>
        </p:nvPicPr>
        <p:blipFill>
          <a:blip r:embed="rId13"/>
          <a:stretch>
            <a:fillRect/>
          </a:stretch>
        </p:blipFill>
        <p:spPr>
          <a:xfrm>
            <a:off x="762000" y="4762500"/>
            <a:ext cx="190500" cy="152400"/>
          </a:xfrm>
          <a:prstGeom prst="rect">
            <a:avLst/>
          </a:prstGeom>
        </p:spPr>
      </p:pic>
      <p:pic>
        <p:nvPicPr>
          <p:cNvPr id="15" name="Image 13" descr="preencoded.png"/>
          <p:cNvPicPr>
            <a:picLocks noChangeAspect="1"/>
          </p:cNvPicPr>
          <p:nvPr/>
        </p:nvPicPr>
        <p:blipFill>
          <a:blip r:embed="rId14"/>
          <a:stretch>
            <a:fillRect/>
          </a:stretch>
        </p:blipFill>
        <p:spPr>
          <a:xfrm>
            <a:off x="835670" y="5524500"/>
            <a:ext cx="4729311" cy="266700"/>
          </a:xfrm>
          <a:prstGeom prst="rect">
            <a:avLst/>
          </a:prstGeom>
        </p:spPr>
      </p:pic>
      <p:pic>
        <p:nvPicPr>
          <p:cNvPr id="16" name="Image 14" descr="preencoded.png"/>
          <p:cNvPicPr>
            <a:picLocks noChangeAspect="1"/>
          </p:cNvPicPr>
          <p:nvPr/>
        </p:nvPicPr>
        <p:blipFill>
          <a:blip r:embed="rId15"/>
          <a:stretch>
            <a:fillRect/>
          </a:stretch>
        </p:blipFill>
        <p:spPr>
          <a:xfrm>
            <a:off x="949970" y="5581650"/>
            <a:ext cx="133350" cy="133350"/>
          </a:xfrm>
          <a:prstGeom prst="rect">
            <a:avLst/>
          </a:prstGeom>
        </p:spPr>
      </p:pic>
      <p:pic>
        <p:nvPicPr>
          <p:cNvPr id="17" name="Image 15" descr="preencoded.png"/>
          <p:cNvPicPr>
            <a:picLocks noChangeAspect="1"/>
          </p:cNvPicPr>
          <p:nvPr/>
        </p:nvPicPr>
        <p:blipFill>
          <a:blip r:embed="rId7"/>
          <a:stretch>
            <a:fillRect/>
          </a:stretch>
        </p:blipFill>
        <p:spPr>
          <a:xfrm>
            <a:off x="6248400" y="1752600"/>
            <a:ext cx="5486400" cy="4229100"/>
          </a:xfrm>
          <a:prstGeom prst="rect">
            <a:avLst/>
          </a:prstGeom>
        </p:spPr>
      </p:pic>
      <p:pic>
        <p:nvPicPr>
          <p:cNvPr id="18" name="Image 16" descr="preencoded.png"/>
          <p:cNvPicPr>
            <a:picLocks noChangeAspect="1"/>
          </p:cNvPicPr>
          <p:nvPr/>
        </p:nvPicPr>
        <p:blipFill>
          <a:blip r:embed="rId16"/>
          <a:stretch>
            <a:fillRect/>
          </a:stretch>
        </p:blipFill>
        <p:spPr>
          <a:xfrm>
            <a:off x="6248400" y="1752600"/>
            <a:ext cx="5486400" cy="647700"/>
          </a:xfrm>
          <a:prstGeom prst="rect">
            <a:avLst/>
          </a:prstGeom>
        </p:spPr>
      </p:pic>
      <p:pic>
        <p:nvPicPr>
          <p:cNvPr id="19" name="Image 17" descr="preencoded.png"/>
          <p:cNvPicPr>
            <a:picLocks noChangeAspect="1"/>
          </p:cNvPicPr>
          <p:nvPr/>
        </p:nvPicPr>
        <p:blipFill>
          <a:blip r:embed="rId17"/>
          <a:stretch>
            <a:fillRect/>
          </a:stretch>
        </p:blipFill>
        <p:spPr>
          <a:xfrm>
            <a:off x="6400800" y="1905000"/>
            <a:ext cx="219075" cy="342900"/>
          </a:xfrm>
          <a:prstGeom prst="rect">
            <a:avLst/>
          </a:prstGeom>
        </p:spPr>
      </p:pic>
      <p:pic>
        <p:nvPicPr>
          <p:cNvPr id="20" name="Image 18" descr="preencoded.png"/>
          <p:cNvPicPr>
            <a:picLocks noChangeAspect="1"/>
          </p:cNvPicPr>
          <p:nvPr/>
        </p:nvPicPr>
        <p:blipFill>
          <a:blip r:embed="rId10"/>
          <a:stretch>
            <a:fillRect/>
          </a:stretch>
        </p:blipFill>
        <p:spPr>
          <a:xfrm>
            <a:off x="6438900" y="3200400"/>
            <a:ext cx="5105400" cy="609600"/>
          </a:xfrm>
          <a:prstGeom prst="rect">
            <a:avLst/>
          </a:prstGeom>
        </p:spPr>
      </p:pic>
      <p:pic>
        <p:nvPicPr>
          <p:cNvPr id="21" name="Image 19" descr="preencoded.png"/>
          <p:cNvPicPr>
            <a:picLocks noChangeAspect="1"/>
          </p:cNvPicPr>
          <p:nvPr/>
        </p:nvPicPr>
        <p:blipFill>
          <a:blip r:embed="rId18"/>
          <a:stretch>
            <a:fillRect/>
          </a:stretch>
        </p:blipFill>
        <p:spPr>
          <a:xfrm>
            <a:off x="6553200" y="3314700"/>
            <a:ext cx="190500" cy="152400"/>
          </a:xfrm>
          <a:prstGeom prst="rect">
            <a:avLst/>
          </a:prstGeom>
        </p:spPr>
      </p:pic>
      <p:pic>
        <p:nvPicPr>
          <p:cNvPr id="22" name="Image 20" descr="preencoded.png"/>
          <p:cNvPicPr>
            <a:picLocks noChangeAspect="1"/>
          </p:cNvPicPr>
          <p:nvPr/>
        </p:nvPicPr>
        <p:blipFill>
          <a:blip r:embed="rId10"/>
          <a:stretch>
            <a:fillRect/>
          </a:stretch>
        </p:blipFill>
        <p:spPr>
          <a:xfrm>
            <a:off x="6438900" y="3924300"/>
            <a:ext cx="5105400" cy="609600"/>
          </a:xfrm>
          <a:prstGeom prst="rect">
            <a:avLst/>
          </a:prstGeom>
        </p:spPr>
      </p:pic>
      <p:pic>
        <p:nvPicPr>
          <p:cNvPr id="23" name="Image 21" descr="preencoded.png"/>
          <p:cNvPicPr>
            <a:picLocks noChangeAspect="1"/>
          </p:cNvPicPr>
          <p:nvPr/>
        </p:nvPicPr>
        <p:blipFill>
          <a:blip r:embed="rId19"/>
          <a:stretch>
            <a:fillRect/>
          </a:stretch>
        </p:blipFill>
        <p:spPr>
          <a:xfrm>
            <a:off x="6553200" y="4038600"/>
            <a:ext cx="152400" cy="152400"/>
          </a:xfrm>
          <a:prstGeom prst="rect">
            <a:avLst/>
          </a:prstGeom>
        </p:spPr>
      </p:pic>
      <p:pic>
        <p:nvPicPr>
          <p:cNvPr id="24" name="Image 22" descr="preencoded.png"/>
          <p:cNvPicPr>
            <a:picLocks noChangeAspect="1"/>
          </p:cNvPicPr>
          <p:nvPr/>
        </p:nvPicPr>
        <p:blipFill>
          <a:blip r:embed="rId10"/>
          <a:stretch>
            <a:fillRect/>
          </a:stretch>
        </p:blipFill>
        <p:spPr>
          <a:xfrm>
            <a:off x="6438900" y="4648200"/>
            <a:ext cx="5105400" cy="609600"/>
          </a:xfrm>
          <a:prstGeom prst="rect">
            <a:avLst/>
          </a:prstGeom>
        </p:spPr>
      </p:pic>
      <p:pic>
        <p:nvPicPr>
          <p:cNvPr id="25" name="Image 23" descr="preencoded.png"/>
          <p:cNvPicPr>
            <a:picLocks noChangeAspect="1"/>
          </p:cNvPicPr>
          <p:nvPr/>
        </p:nvPicPr>
        <p:blipFill>
          <a:blip r:embed="rId20"/>
          <a:stretch>
            <a:fillRect/>
          </a:stretch>
        </p:blipFill>
        <p:spPr>
          <a:xfrm>
            <a:off x="6553200" y="4762500"/>
            <a:ext cx="114300" cy="152400"/>
          </a:xfrm>
          <a:prstGeom prst="rect">
            <a:avLst/>
          </a:prstGeom>
        </p:spPr>
      </p:pic>
      <p:pic>
        <p:nvPicPr>
          <p:cNvPr id="26" name="Image 24" descr="preencoded.png"/>
          <p:cNvPicPr>
            <a:picLocks noChangeAspect="1"/>
          </p:cNvPicPr>
          <p:nvPr/>
        </p:nvPicPr>
        <p:blipFill>
          <a:blip r:embed="rId21"/>
          <a:stretch>
            <a:fillRect/>
          </a:stretch>
        </p:blipFill>
        <p:spPr>
          <a:xfrm>
            <a:off x="7778204" y="5524500"/>
            <a:ext cx="2426643" cy="266700"/>
          </a:xfrm>
          <a:prstGeom prst="rect">
            <a:avLst/>
          </a:prstGeom>
        </p:spPr>
      </p:pic>
      <p:pic>
        <p:nvPicPr>
          <p:cNvPr id="27" name="Image 25" descr="preencoded.png"/>
          <p:cNvPicPr>
            <a:picLocks noChangeAspect="1"/>
          </p:cNvPicPr>
          <p:nvPr/>
        </p:nvPicPr>
        <p:blipFill>
          <a:blip r:embed="rId22"/>
          <a:stretch>
            <a:fillRect/>
          </a:stretch>
        </p:blipFill>
        <p:spPr>
          <a:xfrm>
            <a:off x="0" y="6781800"/>
            <a:ext cx="12192000" cy="76200"/>
          </a:xfrm>
          <a:prstGeom prst="rect">
            <a:avLst/>
          </a:prstGeom>
        </p:spPr>
      </p:pic>
      <p:sp>
        <p:nvSpPr>
          <p:cNvPr id="28"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Phương pháp </a:t>
            </a:r>
            <a:r>
              <a:rPr lang="en-US" sz="2700" b="1" dirty="0">
                <a:solidFill>
                  <a:srgbClr val="FF7F50"/>
                </a:solidFill>
                <a:latin typeface="ui-sans-serif" pitchFamily="34" charset="0"/>
                <a:ea typeface="ui-sans-serif" pitchFamily="34" charset="-122"/>
                <a:cs typeface="ui-sans-serif" pitchFamily="34" charset="-120"/>
              </a:rPr>
              <a:t>tiếp cận</a:t>
            </a:r>
            <a:endParaRPr lang="en-US" sz="2700" dirty="0"/>
          </a:p>
        </p:txBody>
      </p:sp>
      <p:sp>
        <p:nvSpPr>
          <p:cNvPr id="29" name="Text 1"/>
          <p:cNvSpPr/>
          <p:nvPr/>
        </p:nvSpPr>
        <p:spPr>
          <a:xfrm>
            <a:off x="457200" y="1257300"/>
            <a:ext cx="13533120" cy="266700"/>
          </a:xfrm>
          <a:prstGeom prst="rect">
            <a:avLst/>
          </a:prstGeom>
          <a:noFill/>
          <a:ln/>
        </p:spPr>
        <p:txBody>
          <a:bodyPr vert="horz" wrap="square" lIns="0" tIns="0" rIns="0" bIns="0" rtlCol="0" anchor="t"/>
          <a:lstStyle/>
          <a:p>
            <a:pPr marL="0" indent="0">
              <a:lnSpc>
                <a:spcPts val="2100"/>
              </a:lnSpc>
              <a:buNone/>
            </a:pPr>
            <a:r>
              <a:rPr lang="en-US" sz="1350" dirty="0">
                <a:solidFill>
                  <a:srgbClr val="4B5563"/>
                </a:solidFill>
                <a:latin typeface="ui-sans-serif" pitchFamily="34" charset="0"/>
                <a:ea typeface="ui-sans-serif" pitchFamily="34" charset="-122"/>
                <a:cs typeface="ui-sans-serif" pitchFamily="34" charset="-120"/>
              </a:rPr>
              <a:t>Hệ thống sử dụng hai phương pháp chính để nhận diện cảm xúc: phân tích biểu cảm khuôn mặt và phân tích giọng nói.</a:t>
            </a:r>
            <a:endParaRPr lang="en-US" sz="1350" dirty="0"/>
          </a:p>
        </p:txBody>
      </p:sp>
      <p:sp>
        <p:nvSpPr>
          <p:cNvPr id="30" name="Text 2"/>
          <p:cNvSpPr/>
          <p:nvPr/>
        </p:nvSpPr>
        <p:spPr>
          <a:xfrm>
            <a:off x="1009650" y="1924050"/>
            <a:ext cx="4701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FFFFFF"/>
                </a:solidFill>
                <a:latin typeface="ui-sans-serif" pitchFamily="34" charset="0"/>
                <a:ea typeface="ui-sans-serif" pitchFamily="34" charset="-122"/>
                <a:cs typeface="ui-sans-serif" pitchFamily="34" charset="-120"/>
              </a:rPr>
              <a:t>Phân tích biểu cảm khuôn mặt</a:t>
            </a:r>
            <a:endParaRPr lang="en-US" sz="1800" dirty="0"/>
          </a:p>
        </p:txBody>
      </p:sp>
      <p:sp>
        <p:nvSpPr>
          <p:cNvPr id="31" name="Text 3"/>
          <p:cNvSpPr/>
          <p:nvPr/>
        </p:nvSpPr>
        <p:spPr>
          <a:xfrm>
            <a:off x="647700" y="2590800"/>
            <a:ext cx="51054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Mô hình Học sâu (Deep Learning) dựa trên Mạng Nơ-ron Tích chập (CNN) được huấn luyện để nhận diện cảm xúc.</a:t>
            </a:r>
            <a:endParaRPr lang="en-US" sz="1200" dirty="0"/>
          </a:p>
        </p:txBody>
      </p:sp>
      <p:sp>
        <p:nvSpPr>
          <p:cNvPr id="32" name="Text 4"/>
          <p:cNvSpPr/>
          <p:nvPr/>
        </p:nvSpPr>
        <p:spPr>
          <a:xfrm>
            <a:off x="1028700" y="3276600"/>
            <a:ext cx="2063651"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Huấn luyện mô hình</a:t>
            </a:r>
            <a:endParaRPr lang="en-US" sz="1200" dirty="0"/>
          </a:p>
        </p:txBody>
      </p:sp>
      <p:sp>
        <p:nvSpPr>
          <p:cNvPr id="33" name="Text 5"/>
          <p:cNvSpPr/>
          <p:nvPr/>
        </p:nvSpPr>
        <p:spPr>
          <a:xfrm>
            <a:off x="990600" y="3505200"/>
            <a:ext cx="57150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Sử dụng Python với TensorFlow/Keras</a:t>
            </a:r>
            <a:endParaRPr lang="en-US" sz="1200" dirty="0"/>
          </a:p>
        </p:txBody>
      </p:sp>
      <p:sp>
        <p:nvSpPr>
          <p:cNvPr id="34" name="Text 6"/>
          <p:cNvSpPr/>
          <p:nvPr/>
        </p:nvSpPr>
        <p:spPr>
          <a:xfrm>
            <a:off x="990600" y="4000500"/>
            <a:ext cx="2047756"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Chuyển đổi mô hình</a:t>
            </a:r>
            <a:endParaRPr lang="en-US" sz="1200" dirty="0"/>
          </a:p>
        </p:txBody>
      </p:sp>
      <p:sp>
        <p:nvSpPr>
          <p:cNvPr id="35" name="Text 7"/>
          <p:cNvSpPr/>
          <p:nvPr/>
        </p:nvSpPr>
        <p:spPr>
          <a:xfrm>
            <a:off x="990600" y="4229100"/>
            <a:ext cx="57150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Chuyển đổi sang TensorFlow.js để triển khai web</a:t>
            </a:r>
            <a:endParaRPr lang="en-US" sz="1200" dirty="0"/>
          </a:p>
        </p:txBody>
      </p:sp>
      <p:sp>
        <p:nvSpPr>
          <p:cNvPr id="36" name="Text 8"/>
          <p:cNvSpPr/>
          <p:nvPr/>
        </p:nvSpPr>
        <p:spPr>
          <a:xfrm>
            <a:off x="1028700" y="4724400"/>
            <a:ext cx="1013341"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Triển khai</a:t>
            </a:r>
            <a:endParaRPr lang="en-US" sz="1200" dirty="0"/>
          </a:p>
        </p:txBody>
      </p:sp>
      <p:sp>
        <p:nvSpPr>
          <p:cNvPr id="37" name="Text 9"/>
          <p:cNvSpPr/>
          <p:nvPr/>
        </p:nvSpPr>
        <p:spPr>
          <a:xfrm>
            <a:off x="990600" y="4953000"/>
            <a:ext cx="57150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Chạy trực tiếp trên trình duyệt web</a:t>
            </a:r>
            <a:endParaRPr lang="en-US" sz="1200" dirty="0"/>
          </a:p>
        </p:txBody>
      </p:sp>
      <p:sp>
        <p:nvSpPr>
          <p:cNvPr id="38" name="Text 10"/>
          <p:cNvSpPr/>
          <p:nvPr/>
        </p:nvSpPr>
        <p:spPr>
          <a:xfrm>
            <a:off x="1121420" y="5524500"/>
            <a:ext cx="5675174" cy="266700"/>
          </a:xfrm>
          <a:prstGeom prst="rect">
            <a:avLst/>
          </a:prstGeom>
          <a:noFill/>
          <a:ln/>
        </p:spPr>
        <p:txBody>
          <a:bodyPr vert="horz" wrap="square" lIns="0" tIns="0" rIns="0" bIns="0" rtlCol="0" anchor="t"/>
          <a:lstStyle/>
          <a:p>
            <a:pPr marL="0" indent="0">
              <a:lnSpc>
                <a:spcPts val="1500"/>
              </a:lnSpc>
              <a:buNone/>
            </a:pPr>
            <a:r>
              <a:rPr lang="en-US" sz="1050" dirty="0">
                <a:solidFill>
                  <a:srgbClr val="9A3412"/>
                </a:solidFill>
                <a:latin typeface="ui-sans-serif" pitchFamily="34" charset="0"/>
                <a:ea typeface="ui-sans-serif" pitchFamily="34" charset="-122"/>
                <a:cs typeface="ui-sans-serif" pitchFamily="34" charset="-120"/>
              </a:rPr>
              <a:t>7 lớp cảm xúc: angry, disgust, fear, happy, neutral, sad, surprise</a:t>
            </a:r>
            <a:endParaRPr lang="en-US" sz="1050" dirty="0"/>
          </a:p>
        </p:txBody>
      </p:sp>
      <p:sp>
        <p:nvSpPr>
          <p:cNvPr id="39" name="Text 11"/>
          <p:cNvSpPr/>
          <p:nvPr/>
        </p:nvSpPr>
        <p:spPr>
          <a:xfrm>
            <a:off x="6734175" y="1924050"/>
            <a:ext cx="29946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FFFFFF"/>
                </a:solidFill>
                <a:latin typeface="ui-sans-serif" pitchFamily="34" charset="0"/>
                <a:ea typeface="ui-sans-serif" pitchFamily="34" charset="-122"/>
                <a:cs typeface="ui-sans-serif" pitchFamily="34" charset="-120"/>
              </a:rPr>
              <a:t>Phân tích giọng nói</a:t>
            </a:r>
            <a:endParaRPr lang="en-US" sz="1800" dirty="0"/>
          </a:p>
        </p:txBody>
      </p:sp>
      <p:sp>
        <p:nvSpPr>
          <p:cNvPr id="40" name="Text 12"/>
          <p:cNvSpPr/>
          <p:nvPr/>
        </p:nvSpPr>
        <p:spPr>
          <a:xfrm>
            <a:off x="6438900" y="2590800"/>
            <a:ext cx="51054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Phương pháp heuristic dựa trên đặc trưng âm thanh để ước tính cảm xúc của người dùng.</a:t>
            </a:r>
            <a:endParaRPr lang="en-US" sz="1200" dirty="0"/>
          </a:p>
        </p:txBody>
      </p:sp>
      <p:sp>
        <p:nvSpPr>
          <p:cNvPr id="41" name="Text 13"/>
          <p:cNvSpPr/>
          <p:nvPr/>
        </p:nvSpPr>
        <p:spPr>
          <a:xfrm>
            <a:off x="6819900" y="3276600"/>
            <a:ext cx="1688783"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Thu thập dữ liệu</a:t>
            </a:r>
            <a:endParaRPr lang="en-US" sz="1200" dirty="0"/>
          </a:p>
        </p:txBody>
      </p:sp>
      <p:sp>
        <p:nvSpPr>
          <p:cNvPr id="42" name="Text 14"/>
          <p:cNvSpPr/>
          <p:nvPr/>
        </p:nvSpPr>
        <p:spPr>
          <a:xfrm>
            <a:off x="6781800" y="3505200"/>
            <a:ext cx="57150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Sử dụng Web Audio API để phân tích âm thanh từ microphone</a:t>
            </a:r>
            <a:endParaRPr lang="en-US" sz="1200" dirty="0"/>
          </a:p>
        </p:txBody>
      </p:sp>
      <p:sp>
        <p:nvSpPr>
          <p:cNvPr id="43" name="Text 15"/>
          <p:cNvSpPr/>
          <p:nvPr/>
        </p:nvSpPr>
        <p:spPr>
          <a:xfrm>
            <a:off x="6781800" y="4000500"/>
            <a:ext cx="2060436"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Đặc trưng âm thanh</a:t>
            </a:r>
            <a:endParaRPr lang="en-US" sz="1200" dirty="0"/>
          </a:p>
        </p:txBody>
      </p:sp>
      <p:sp>
        <p:nvSpPr>
          <p:cNvPr id="44" name="Text 16"/>
          <p:cNvSpPr/>
          <p:nvPr/>
        </p:nvSpPr>
        <p:spPr>
          <a:xfrm>
            <a:off x="6781800" y="4229100"/>
            <a:ext cx="57150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Phân tích các đặc điểm như tần số, biên độ, nhịp điệu</a:t>
            </a:r>
            <a:endParaRPr lang="en-US" sz="1200" dirty="0"/>
          </a:p>
        </p:txBody>
      </p:sp>
      <p:sp>
        <p:nvSpPr>
          <p:cNvPr id="45" name="Text 17"/>
          <p:cNvSpPr/>
          <p:nvPr/>
        </p:nvSpPr>
        <p:spPr>
          <a:xfrm>
            <a:off x="6743700" y="4724400"/>
            <a:ext cx="2328684"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Phương pháp heuristic</a:t>
            </a:r>
            <a:endParaRPr lang="en-US" sz="1200" dirty="0"/>
          </a:p>
        </p:txBody>
      </p:sp>
      <p:sp>
        <p:nvSpPr>
          <p:cNvPr id="46" name="Text 18"/>
          <p:cNvSpPr/>
          <p:nvPr/>
        </p:nvSpPr>
        <p:spPr>
          <a:xfrm>
            <a:off x="6781800" y="4953000"/>
            <a:ext cx="57150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Ước tính cảm xúc dựa trên các quy tắc và mẫu âm thanh</a:t>
            </a:r>
            <a:endParaRPr lang="en-US" sz="1200" dirty="0"/>
          </a:p>
        </p:txBody>
      </p:sp>
      <p:sp>
        <p:nvSpPr>
          <p:cNvPr id="47" name="Text 19"/>
          <p:cNvSpPr/>
          <p:nvPr/>
        </p:nvSpPr>
        <p:spPr>
          <a:xfrm>
            <a:off x="7930604" y="5524500"/>
            <a:ext cx="2911971" cy="266700"/>
          </a:xfrm>
          <a:prstGeom prst="rect">
            <a:avLst/>
          </a:prstGeom>
          <a:noFill/>
          <a:ln/>
        </p:spPr>
        <p:txBody>
          <a:bodyPr vert="horz" wrap="square" lIns="0" tIns="0" rIns="0" bIns="0" rtlCol="0" anchor="t"/>
          <a:lstStyle/>
          <a:p>
            <a:pPr marL="0" indent="0">
              <a:lnSpc>
                <a:spcPts val="1500"/>
              </a:lnSpc>
              <a:buNone/>
            </a:pPr>
            <a:r>
              <a:rPr lang="en-US" sz="1050" dirty="0">
                <a:solidFill>
                  <a:srgbClr val="166534"/>
                </a:solidFill>
                <a:latin typeface="ui-sans-serif" pitchFamily="34" charset="0"/>
                <a:ea typeface="ui-sans-serif" pitchFamily="34" charset="-122"/>
                <a:cs typeface="ui-sans-serif" pitchFamily="34" charset="-120"/>
              </a:rPr>
              <a:t>Chưa hỗ trợ đầy đủ các cảm xúc</a:t>
            </a:r>
            <a:endParaRPr lang="en-US" sz="1050" dirty="0"/>
          </a:p>
        </p:txBody>
      </p:sp>
      <p:sp>
        <p:nvSpPr>
          <p:cNvPr id="48" name="Text 20"/>
          <p:cNvSpPr/>
          <p:nvPr/>
        </p:nvSpPr>
        <p:spPr>
          <a:xfrm>
            <a:off x="457200" y="6210300"/>
            <a:ext cx="132516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3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1000"/>
                                        <p:tgtEl>
                                          <p:spTgt spid="30"/>
                                        </p:tgtEl>
                                      </p:cBhvr>
                                    </p:animEffect>
                                    <p:anim calcmode="lin" valueType="num">
                                      <p:cBhvr>
                                        <p:cTn id="28" dur="1000" fill="hold"/>
                                        <p:tgtEl>
                                          <p:spTgt spid="30"/>
                                        </p:tgtEl>
                                        <p:attrNameLst>
                                          <p:attrName>ppt_x</p:attrName>
                                        </p:attrNameLst>
                                      </p:cBhvr>
                                      <p:tavLst>
                                        <p:tav tm="0">
                                          <p:val>
                                            <p:strVal val="#ppt_x"/>
                                          </p:val>
                                        </p:tav>
                                        <p:tav tm="100000">
                                          <p:val>
                                            <p:strVal val="#ppt_x"/>
                                          </p:val>
                                        </p:tav>
                                      </p:tavLst>
                                    </p:anim>
                                    <p:anim calcmode="lin" valueType="num">
                                      <p:cBhvr>
                                        <p:cTn id="29" dur="1000" fill="hold"/>
                                        <p:tgtEl>
                                          <p:spTgt spid="3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1000"/>
                                        <p:tgtEl>
                                          <p:spTgt spid="33"/>
                                        </p:tgtEl>
                                      </p:cBhvr>
                                    </p:animEffect>
                                    <p:anim calcmode="lin" valueType="num">
                                      <p:cBhvr>
                                        <p:cTn id="33" dur="1000" fill="hold"/>
                                        <p:tgtEl>
                                          <p:spTgt spid="33"/>
                                        </p:tgtEl>
                                        <p:attrNameLst>
                                          <p:attrName>ppt_x</p:attrName>
                                        </p:attrNameLst>
                                      </p:cBhvr>
                                      <p:tavLst>
                                        <p:tav tm="0">
                                          <p:val>
                                            <p:strVal val="#ppt_x"/>
                                          </p:val>
                                        </p:tav>
                                        <p:tav tm="100000">
                                          <p:val>
                                            <p:strVal val="#ppt_x"/>
                                          </p:val>
                                        </p:tav>
                                      </p:tavLst>
                                    </p:anim>
                                    <p:anim calcmode="lin" valueType="num">
                                      <p:cBhvr>
                                        <p:cTn id="34" dur="1000" fill="hold"/>
                                        <p:tgtEl>
                                          <p:spTgt spid="3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1000"/>
                                        <p:tgtEl>
                                          <p:spTgt spid="32"/>
                                        </p:tgtEl>
                                      </p:cBhvr>
                                    </p:animEffect>
                                    <p:anim calcmode="lin" valueType="num">
                                      <p:cBhvr>
                                        <p:cTn id="38" dur="1000" fill="hold"/>
                                        <p:tgtEl>
                                          <p:spTgt spid="32"/>
                                        </p:tgtEl>
                                        <p:attrNameLst>
                                          <p:attrName>ppt_x</p:attrName>
                                        </p:attrNameLst>
                                      </p:cBhvr>
                                      <p:tavLst>
                                        <p:tav tm="0">
                                          <p:val>
                                            <p:strVal val="#ppt_x"/>
                                          </p:val>
                                        </p:tav>
                                        <p:tav tm="100000">
                                          <p:val>
                                            <p:strVal val="#ppt_x"/>
                                          </p:val>
                                        </p:tav>
                                      </p:tavLst>
                                    </p:anim>
                                    <p:anim calcmode="lin" valueType="num">
                                      <p:cBhvr>
                                        <p:cTn id="39" dur="1000" fill="hold"/>
                                        <p:tgtEl>
                                          <p:spTgt spid="3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1000"/>
                                        <p:tgtEl>
                                          <p:spTgt spid="34"/>
                                        </p:tgtEl>
                                      </p:cBhvr>
                                    </p:animEffect>
                                    <p:anim calcmode="lin" valueType="num">
                                      <p:cBhvr>
                                        <p:cTn id="43" dur="1000" fill="hold"/>
                                        <p:tgtEl>
                                          <p:spTgt spid="34"/>
                                        </p:tgtEl>
                                        <p:attrNameLst>
                                          <p:attrName>ppt_x</p:attrName>
                                        </p:attrNameLst>
                                      </p:cBhvr>
                                      <p:tavLst>
                                        <p:tav tm="0">
                                          <p:val>
                                            <p:strVal val="#ppt_x"/>
                                          </p:val>
                                        </p:tav>
                                        <p:tav tm="100000">
                                          <p:val>
                                            <p:strVal val="#ppt_x"/>
                                          </p:val>
                                        </p:tav>
                                      </p:tavLst>
                                    </p:anim>
                                    <p:anim calcmode="lin" valueType="num">
                                      <p:cBhvr>
                                        <p:cTn id="44" dur="1000" fill="hold"/>
                                        <p:tgtEl>
                                          <p:spTgt spid="3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1000"/>
                                        <p:tgtEl>
                                          <p:spTgt spid="11"/>
                                        </p:tgtEl>
                                      </p:cBhvr>
                                    </p:animEffect>
                                    <p:anim calcmode="lin" valueType="num">
                                      <p:cBhvr>
                                        <p:cTn id="48" dur="1000" fill="hold"/>
                                        <p:tgtEl>
                                          <p:spTgt spid="11"/>
                                        </p:tgtEl>
                                        <p:attrNameLst>
                                          <p:attrName>ppt_x</p:attrName>
                                        </p:attrNameLst>
                                      </p:cBhvr>
                                      <p:tavLst>
                                        <p:tav tm="0">
                                          <p:val>
                                            <p:strVal val="#ppt_x"/>
                                          </p:val>
                                        </p:tav>
                                        <p:tav tm="100000">
                                          <p:val>
                                            <p:strVal val="#ppt_x"/>
                                          </p:val>
                                        </p:tav>
                                      </p:tavLst>
                                    </p:anim>
                                    <p:anim calcmode="lin" valueType="num">
                                      <p:cBhvr>
                                        <p:cTn id="49" dur="1000" fill="hold"/>
                                        <p:tgtEl>
                                          <p:spTgt spid="11"/>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1000"/>
                                        <p:tgtEl>
                                          <p:spTgt spid="10"/>
                                        </p:tgtEl>
                                      </p:cBhvr>
                                    </p:animEffect>
                                    <p:anim calcmode="lin" valueType="num">
                                      <p:cBhvr>
                                        <p:cTn id="53" dur="1000" fill="hold"/>
                                        <p:tgtEl>
                                          <p:spTgt spid="10"/>
                                        </p:tgtEl>
                                        <p:attrNameLst>
                                          <p:attrName>ppt_x</p:attrName>
                                        </p:attrNameLst>
                                      </p:cBhvr>
                                      <p:tavLst>
                                        <p:tav tm="0">
                                          <p:val>
                                            <p:strVal val="#ppt_x"/>
                                          </p:val>
                                        </p:tav>
                                        <p:tav tm="100000">
                                          <p:val>
                                            <p:strVal val="#ppt_x"/>
                                          </p:val>
                                        </p:tav>
                                      </p:tavLst>
                                    </p:anim>
                                    <p:anim calcmode="lin" valueType="num">
                                      <p:cBhvr>
                                        <p:cTn id="54" dur="1000" fill="hold"/>
                                        <p:tgtEl>
                                          <p:spTgt spid="10"/>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1000"/>
                                        <p:tgtEl>
                                          <p:spTgt spid="9"/>
                                        </p:tgtEl>
                                      </p:cBhvr>
                                    </p:animEffect>
                                    <p:anim calcmode="lin" valueType="num">
                                      <p:cBhvr>
                                        <p:cTn id="68" dur="1000" fill="hold"/>
                                        <p:tgtEl>
                                          <p:spTgt spid="9"/>
                                        </p:tgtEl>
                                        <p:attrNameLst>
                                          <p:attrName>ppt_x</p:attrName>
                                        </p:attrNameLst>
                                      </p:cBhvr>
                                      <p:tavLst>
                                        <p:tav tm="0">
                                          <p:val>
                                            <p:strVal val="#ppt_x"/>
                                          </p:val>
                                        </p:tav>
                                        <p:tav tm="100000">
                                          <p:val>
                                            <p:strVal val="#ppt_x"/>
                                          </p:val>
                                        </p:tav>
                                      </p:tavLst>
                                    </p:anim>
                                    <p:anim calcmode="lin" valueType="num">
                                      <p:cBhvr>
                                        <p:cTn id="69" dur="1000" fill="hold"/>
                                        <p:tgtEl>
                                          <p:spTgt spid="9"/>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1000"/>
                                        <p:tgtEl>
                                          <p:spTgt spid="13"/>
                                        </p:tgtEl>
                                      </p:cBhvr>
                                    </p:animEffect>
                                    <p:anim calcmode="lin" valueType="num">
                                      <p:cBhvr>
                                        <p:cTn id="73" dur="1000" fill="hold"/>
                                        <p:tgtEl>
                                          <p:spTgt spid="13"/>
                                        </p:tgtEl>
                                        <p:attrNameLst>
                                          <p:attrName>ppt_x</p:attrName>
                                        </p:attrNameLst>
                                      </p:cBhvr>
                                      <p:tavLst>
                                        <p:tav tm="0">
                                          <p:val>
                                            <p:strVal val="#ppt_x"/>
                                          </p:val>
                                        </p:tav>
                                        <p:tav tm="100000">
                                          <p:val>
                                            <p:strVal val="#ppt_x"/>
                                          </p:val>
                                        </p:tav>
                                      </p:tavLst>
                                    </p:anim>
                                    <p:anim calcmode="lin" valueType="num">
                                      <p:cBhvr>
                                        <p:cTn id="74" dur="1000" fill="hold"/>
                                        <p:tgtEl>
                                          <p:spTgt spid="1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1000"/>
                                        <p:tgtEl>
                                          <p:spTgt spid="36"/>
                                        </p:tgtEl>
                                      </p:cBhvr>
                                    </p:animEffect>
                                    <p:anim calcmode="lin" valueType="num">
                                      <p:cBhvr>
                                        <p:cTn id="78" dur="1000" fill="hold"/>
                                        <p:tgtEl>
                                          <p:spTgt spid="36"/>
                                        </p:tgtEl>
                                        <p:attrNameLst>
                                          <p:attrName>ppt_x</p:attrName>
                                        </p:attrNameLst>
                                      </p:cBhvr>
                                      <p:tavLst>
                                        <p:tav tm="0">
                                          <p:val>
                                            <p:strVal val="#ppt_x"/>
                                          </p:val>
                                        </p:tav>
                                        <p:tav tm="100000">
                                          <p:val>
                                            <p:strVal val="#ppt_x"/>
                                          </p:val>
                                        </p:tav>
                                      </p:tavLst>
                                    </p:anim>
                                    <p:anim calcmode="lin" valueType="num">
                                      <p:cBhvr>
                                        <p:cTn id="79" dur="1000" fill="hold"/>
                                        <p:tgtEl>
                                          <p:spTgt spid="36"/>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1000"/>
                                        <p:tgtEl>
                                          <p:spTgt spid="14"/>
                                        </p:tgtEl>
                                      </p:cBhvr>
                                    </p:animEffect>
                                    <p:anim calcmode="lin" valueType="num">
                                      <p:cBhvr>
                                        <p:cTn id="83" dur="1000" fill="hold"/>
                                        <p:tgtEl>
                                          <p:spTgt spid="14"/>
                                        </p:tgtEl>
                                        <p:attrNameLst>
                                          <p:attrName>ppt_x</p:attrName>
                                        </p:attrNameLst>
                                      </p:cBhvr>
                                      <p:tavLst>
                                        <p:tav tm="0">
                                          <p:val>
                                            <p:strVal val="#ppt_x"/>
                                          </p:val>
                                        </p:tav>
                                        <p:tav tm="100000">
                                          <p:val>
                                            <p:strVal val="#ppt_x"/>
                                          </p:val>
                                        </p:tav>
                                      </p:tavLst>
                                    </p:anim>
                                    <p:anim calcmode="lin" valueType="num">
                                      <p:cBhvr>
                                        <p:cTn id="84" dur="1000" fill="hold"/>
                                        <p:tgtEl>
                                          <p:spTgt spid="14"/>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1000"/>
                                        <p:tgtEl>
                                          <p:spTgt spid="37"/>
                                        </p:tgtEl>
                                      </p:cBhvr>
                                    </p:animEffect>
                                    <p:anim calcmode="lin" valueType="num">
                                      <p:cBhvr>
                                        <p:cTn id="88" dur="1000" fill="hold"/>
                                        <p:tgtEl>
                                          <p:spTgt spid="37"/>
                                        </p:tgtEl>
                                        <p:attrNameLst>
                                          <p:attrName>ppt_x</p:attrName>
                                        </p:attrNameLst>
                                      </p:cBhvr>
                                      <p:tavLst>
                                        <p:tav tm="0">
                                          <p:val>
                                            <p:strVal val="#ppt_x"/>
                                          </p:val>
                                        </p:tav>
                                        <p:tav tm="100000">
                                          <p:val>
                                            <p:strVal val="#ppt_x"/>
                                          </p:val>
                                        </p:tav>
                                      </p:tavLst>
                                    </p:anim>
                                    <p:anim calcmode="lin" valueType="num">
                                      <p:cBhvr>
                                        <p:cTn id="89" dur="1000" fill="hold"/>
                                        <p:tgtEl>
                                          <p:spTgt spid="37"/>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1000"/>
                                        <p:tgtEl>
                                          <p:spTgt spid="38"/>
                                        </p:tgtEl>
                                      </p:cBhvr>
                                    </p:animEffect>
                                    <p:anim calcmode="lin" valueType="num">
                                      <p:cBhvr>
                                        <p:cTn id="93" dur="1000" fill="hold"/>
                                        <p:tgtEl>
                                          <p:spTgt spid="38"/>
                                        </p:tgtEl>
                                        <p:attrNameLst>
                                          <p:attrName>ppt_x</p:attrName>
                                        </p:attrNameLst>
                                      </p:cBhvr>
                                      <p:tavLst>
                                        <p:tav tm="0">
                                          <p:val>
                                            <p:strVal val="#ppt_x"/>
                                          </p:val>
                                        </p:tav>
                                        <p:tav tm="100000">
                                          <p:val>
                                            <p:strVal val="#ppt_x"/>
                                          </p:val>
                                        </p:tav>
                                      </p:tavLst>
                                    </p:anim>
                                    <p:anim calcmode="lin" valueType="num">
                                      <p:cBhvr>
                                        <p:cTn id="94" dur="1000" fill="hold"/>
                                        <p:tgtEl>
                                          <p:spTgt spid="38"/>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fade">
                                      <p:cBhvr>
                                        <p:cTn id="97" dur="1000"/>
                                        <p:tgtEl>
                                          <p:spTgt spid="16"/>
                                        </p:tgtEl>
                                      </p:cBhvr>
                                    </p:animEffect>
                                    <p:anim calcmode="lin" valueType="num">
                                      <p:cBhvr>
                                        <p:cTn id="98" dur="1000" fill="hold"/>
                                        <p:tgtEl>
                                          <p:spTgt spid="16"/>
                                        </p:tgtEl>
                                        <p:attrNameLst>
                                          <p:attrName>ppt_x</p:attrName>
                                        </p:attrNameLst>
                                      </p:cBhvr>
                                      <p:tavLst>
                                        <p:tav tm="0">
                                          <p:val>
                                            <p:strVal val="#ppt_x"/>
                                          </p:val>
                                        </p:tav>
                                        <p:tav tm="100000">
                                          <p:val>
                                            <p:strVal val="#ppt_x"/>
                                          </p:val>
                                        </p:tav>
                                      </p:tavLst>
                                    </p:anim>
                                    <p:anim calcmode="lin" valueType="num">
                                      <p:cBhvr>
                                        <p:cTn id="99" dur="1000" fill="hold"/>
                                        <p:tgtEl>
                                          <p:spTgt spid="16"/>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15"/>
                                        </p:tgtEl>
                                        <p:attrNameLst>
                                          <p:attrName>style.visibility</p:attrName>
                                        </p:attrNameLst>
                                      </p:cBhvr>
                                      <p:to>
                                        <p:strVal val="visible"/>
                                      </p:to>
                                    </p:set>
                                    <p:animEffect transition="in" filter="fade">
                                      <p:cBhvr>
                                        <p:cTn id="102" dur="1000"/>
                                        <p:tgtEl>
                                          <p:spTgt spid="15"/>
                                        </p:tgtEl>
                                      </p:cBhvr>
                                    </p:animEffect>
                                    <p:anim calcmode="lin" valueType="num">
                                      <p:cBhvr>
                                        <p:cTn id="103" dur="1000" fill="hold"/>
                                        <p:tgtEl>
                                          <p:spTgt spid="15"/>
                                        </p:tgtEl>
                                        <p:attrNameLst>
                                          <p:attrName>ppt_x</p:attrName>
                                        </p:attrNameLst>
                                      </p:cBhvr>
                                      <p:tavLst>
                                        <p:tav tm="0">
                                          <p:val>
                                            <p:strVal val="#ppt_x"/>
                                          </p:val>
                                        </p:tav>
                                        <p:tav tm="100000">
                                          <p:val>
                                            <p:strVal val="#ppt_x"/>
                                          </p:val>
                                        </p:tav>
                                      </p:tavLst>
                                    </p:anim>
                                    <p:anim calcmode="lin" valueType="num">
                                      <p:cBhvr>
                                        <p:cTn id="104" dur="1000" fill="hold"/>
                                        <p:tgtEl>
                                          <p:spTgt spid="15"/>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6"/>
                                        </p:tgtEl>
                                        <p:attrNameLst>
                                          <p:attrName>style.visibility</p:attrName>
                                        </p:attrNameLst>
                                      </p:cBhvr>
                                      <p:to>
                                        <p:strVal val="visible"/>
                                      </p:to>
                                    </p:set>
                                    <p:animEffect transition="in" filter="fade">
                                      <p:cBhvr>
                                        <p:cTn id="107" dur="1000"/>
                                        <p:tgtEl>
                                          <p:spTgt spid="6"/>
                                        </p:tgtEl>
                                      </p:cBhvr>
                                    </p:animEffect>
                                    <p:anim calcmode="lin" valueType="num">
                                      <p:cBhvr>
                                        <p:cTn id="108" dur="1000" fill="hold"/>
                                        <p:tgtEl>
                                          <p:spTgt spid="6"/>
                                        </p:tgtEl>
                                        <p:attrNameLst>
                                          <p:attrName>ppt_x</p:attrName>
                                        </p:attrNameLst>
                                      </p:cBhvr>
                                      <p:tavLst>
                                        <p:tav tm="0">
                                          <p:val>
                                            <p:strVal val="#ppt_x"/>
                                          </p:val>
                                        </p:tav>
                                        <p:tav tm="100000">
                                          <p:val>
                                            <p:strVal val="#ppt_x"/>
                                          </p:val>
                                        </p:tav>
                                      </p:tavLst>
                                    </p:anim>
                                    <p:anim calcmode="lin" valueType="num">
                                      <p:cBhvr>
                                        <p:cTn id="109" dur="1000" fill="hold"/>
                                        <p:tgtEl>
                                          <p:spTgt spid="6"/>
                                        </p:tgtEl>
                                        <p:attrNameLst>
                                          <p:attrName>ppt_y</p:attrName>
                                        </p:attrNameLst>
                                      </p:cBhvr>
                                      <p:tavLst>
                                        <p:tav tm="0">
                                          <p:val>
                                            <p:strVal val="#ppt_y+.1"/>
                                          </p:val>
                                        </p:tav>
                                        <p:tav tm="100000">
                                          <p:val>
                                            <p:strVal val="#ppt_y"/>
                                          </p:val>
                                        </p:tav>
                                      </p:tavLst>
                                    </p:anim>
                                  </p:childTnLst>
                                </p:cTn>
                              </p:par>
                            </p:childTnLst>
                          </p:cTn>
                        </p:par>
                        <p:par>
                          <p:cTn id="110" fill="hold">
                            <p:stCondLst>
                              <p:cond delay="1000"/>
                            </p:stCondLst>
                            <p:childTnLst>
                              <p:par>
                                <p:cTn id="111" presetID="42" presetClass="entr" presetSubtype="0" fill="hold" grpId="0" nodeType="after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fade">
                                      <p:cBhvr>
                                        <p:cTn id="113" dur="1000"/>
                                        <p:tgtEl>
                                          <p:spTgt spid="35"/>
                                        </p:tgtEl>
                                      </p:cBhvr>
                                    </p:animEffect>
                                    <p:anim calcmode="lin" valueType="num">
                                      <p:cBhvr>
                                        <p:cTn id="114" dur="1000" fill="hold"/>
                                        <p:tgtEl>
                                          <p:spTgt spid="35"/>
                                        </p:tgtEl>
                                        <p:attrNameLst>
                                          <p:attrName>ppt_x</p:attrName>
                                        </p:attrNameLst>
                                      </p:cBhvr>
                                      <p:tavLst>
                                        <p:tav tm="0">
                                          <p:val>
                                            <p:strVal val="#ppt_x"/>
                                          </p:val>
                                        </p:tav>
                                        <p:tav tm="100000">
                                          <p:val>
                                            <p:strVal val="#ppt_x"/>
                                          </p:val>
                                        </p:tav>
                                      </p:tavLst>
                                    </p:anim>
                                    <p:anim calcmode="lin" valueType="num">
                                      <p:cBhvr>
                                        <p:cTn id="11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nodeType="clickEffect">
                                  <p:stCondLst>
                                    <p:cond delay="0"/>
                                  </p:stCondLst>
                                  <p:childTnLst>
                                    <p:set>
                                      <p:cBhvr>
                                        <p:cTn id="119" dur="1" fill="hold">
                                          <p:stCondLst>
                                            <p:cond delay="0"/>
                                          </p:stCondLst>
                                        </p:cTn>
                                        <p:tgtEl>
                                          <p:spTgt spid="18"/>
                                        </p:tgtEl>
                                        <p:attrNameLst>
                                          <p:attrName>style.visibility</p:attrName>
                                        </p:attrNameLst>
                                      </p:cBhvr>
                                      <p:to>
                                        <p:strVal val="visible"/>
                                      </p:to>
                                    </p:set>
                                    <p:animEffect transition="in" filter="fade">
                                      <p:cBhvr>
                                        <p:cTn id="120" dur="1000"/>
                                        <p:tgtEl>
                                          <p:spTgt spid="18"/>
                                        </p:tgtEl>
                                      </p:cBhvr>
                                    </p:animEffect>
                                    <p:anim calcmode="lin" valueType="num">
                                      <p:cBhvr>
                                        <p:cTn id="121" dur="1000" fill="hold"/>
                                        <p:tgtEl>
                                          <p:spTgt spid="18"/>
                                        </p:tgtEl>
                                        <p:attrNameLst>
                                          <p:attrName>ppt_x</p:attrName>
                                        </p:attrNameLst>
                                      </p:cBhvr>
                                      <p:tavLst>
                                        <p:tav tm="0">
                                          <p:val>
                                            <p:strVal val="#ppt_x"/>
                                          </p:val>
                                        </p:tav>
                                        <p:tav tm="100000">
                                          <p:val>
                                            <p:strVal val="#ppt_x"/>
                                          </p:val>
                                        </p:tav>
                                      </p:tavLst>
                                    </p:anim>
                                    <p:anim calcmode="lin" valueType="num">
                                      <p:cBhvr>
                                        <p:cTn id="122" dur="1000" fill="hold"/>
                                        <p:tgtEl>
                                          <p:spTgt spid="18"/>
                                        </p:tgtEl>
                                        <p:attrNameLst>
                                          <p:attrName>ppt_y</p:attrName>
                                        </p:attrNameLst>
                                      </p:cBhvr>
                                      <p:tavLst>
                                        <p:tav tm="0">
                                          <p:val>
                                            <p:strVal val="#ppt_y+.1"/>
                                          </p:val>
                                        </p:tav>
                                        <p:tav tm="100000">
                                          <p:val>
                                            <p:strVal val="#ppt_y"/>
                                          </p:val>
                                        </p:tav>
                                      </p:tavLst>
                                    </p:anim>
                                  </p:childTnLst>
                                </p:cTn>
                              </p:par>
                              <p:par>
                                <p:cTn id="123" presetID="42" presetClass="entr" presetSubtype="0" fill="hold" nodeType="withEffect">
                                  <p:stCondLst>
                                    <p:cond delay="0"/>
                                  </p:stCondLst>
                                  <p:childTnLst>
                                    <p:set>
                                      <p:cBhvr>
                                        <p:cTn id="124" dur="1" fill="hold">
                                          <p:stCondLst>
                                            <p:cond delay="0"/>
                                          </p:stCondLst>
                                        </p:cTn>
                                        <p:tgtEl>
                                          <p:spTgt spid="19"/>
                                        </p:tgtEl>
                                        <p:attrNameLst>
                                          <p:attrName>style.visibility</p:attrName>
                                        </p:attrNameLst>
                                      </p:cBhvr>
                                      <p:to>
                                        <p:strVal val="visible"/>
                                      </p:to>
                                    </p:set>
                                    <p:animEffect transition="in" filter="fade">
                                      <p:cBhvr>
                                        <p:cTn id="125" dur="1000"/>
                                        <p:tgtEl>
                                          <p:spTgt spid="19"/>
                                        </p:tgtEl>
                                      </p:cBhvr>
                                    </p:animEffect>
                                    <p:anim calcmode="lin" valueType="num">
                                      <p:cBhvr>
                                        <p:cTn id="126" dur="1000" fill="hold"/>
                                        <p:tgtEl>
                                          <p:spTgt spid="19"/>
                                        </p:tgtEl>
                                        <p:attrNameLst>
                                          <p:attrName>ppt_x</p:attrName>
                                        </p:attrNameLst>
                                      </p:cBhvr>
                                      <p:tavLst>
                                        <p:tav tm="0">
                                          <p:val>
                                            <p:strVal val="#ppt_x"/>
                                          </p:val>
                                        </p:tav>
                                        <p:tav tm="100000">
                                          <p:val>
                                            <p:strVal val="#ppt_x"/>
                                          </p:val>
                                        </p:tav>
                                      </p:tavLst>
                                    </p:anim>
                                    <p:anim calcmode="lin" valueType="num">
                                      <p:cBhvr>
                                        <p:cTn id="127" dur="1000" fill="hold"/>
                                        <p:tgtEl>
                                          <p:spTgt spid="19"/>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39"/>
                                        </p:tgtEl>
                                        <p:attrNameLst>
                                          <p:attrName>style.visibility</p:attrName>
                                        </p:attrNameLst>
                                      </p:cBhvr>
                                      <p:to>
                                        <p:strVal val="visible"/>
                                      </p:to>
                                    </p:set>
                                    <p:animEffect transition="in" filter="fade">
                                      <p:cBhvr>
                                        <p:cTn id="130" dur="1000"/>
                                        <p:tgtEl>
                                          <p:spTgt spid="39"/>
                                        </p:tgtEl>
                                      </p:cBhvr>
                                    </p:animEffect>
                                    <p:anim calcmode="lin" valueType="num">
                                      <p:cBhvr>
                                        <p:cTn id="131" dur="1000" fill="hold"/>
                                        <p:tgtEl>
                                          <p:spTgt spid="39"/>
                                        </p:tgtEl>
                                        <p:attrNameLst>
                                          <p:attrName>ppt_x</p:attrName>
                                        </p:attrNameLst>
                                      </p:cBhvr>
                                      <p:tavLst>
                                        <p:tav tm="0">
                                          <p:val>
                                            <p:strVal val="#ppt_x"/>
                                          </p:val>
                                        </p:tav>
                                        <p:tav tm="100000">
                                          <p:val>
                                            <p:strVal val="#ppt_x"/>
                                          </p:val>
                                        </p:tav>
                                      </p:tavLst>
                                    </p:anim>
                                    <p:anim calcmode="lin" valueType="num">
                                      <p:cBhvr>
                                        <p:cTn id="132" dur="1000" fill="hold"/>
                                        <p:tgtEl>
                                          <p:spTgt spid="39"/>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34" dur="1" fill="hold">
                                          <p:stCondLst>
                                            <p:cond delay="0"/>
                                          </p:stCondLst>
                                        </p:cTn>
                                        <p:tgtEl>
                                          <p:spTgt spid="17"/>
                                        </p:tgtEl>
                                        <p:attrNameLst>
                                          <p:attrName>style.visibility</p:attrName>
                                        </p:attrNameLst>
                                      </p:cBhvr>
                                      <p:to>
                                        <p:strVal val="visible"/>
                                      </p:to>
                                    </p:set>
                                    <p:animEffect transition="in" filter="fade">
                                      <p:cBhvr>
                                        <p:cTn id="135" dur="1000"/>
                                        <p:tgtEl>
                                          <p:spTgt spid="17"/>
                                        </p:tgtEl>
                                      </p:cBhvr>
                                    </p:animEffect>
                                    <p:anim calcmode="lin" valueType="num">
                                      <p:cBhvr>
                                        <p:cTn id="136" dur="1000" fill="hold"/>
                                        <p:tgtEl>
                                          <p:spTgt spid="17"/>
                                        </p:tgtEl>
                                        <p:attrNameLst>
                                          <p:attrName>ppt_x</p:attrName>
                                        </p:attrNameLst>
                                      </p:cBhvr>
                                      <p:tavLst>
                                        <p:tav tm="0">
                                          <p:val>
                                            <p:strVal val="#ppt_x"/>
                                          </p:val>
                                        </p:tav>
                                        <p:tav tm="100000">
                                          <p:val>
                                            <p:strVal val="#ppt_x"/>
                                          </p:val>
                                        </p:tav>
                                      </p:tavLst>
                                    </p:anim>
                                    <p:anim calcmode="lin" valueType="num">
                                      <p:cBhvr>
                                        <p:cTn id="137" dur="1000" fill="hold"/>
                                        <p:tgtEl>
                                          <p:spTgt spid="17"/>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40"/>
                                        </p:tgtEl>
                                        <p:attrNameLst>
                                          <p:attrName>style.visibility</p:attrName>
                                        </p:attrNameLst>
                                      </p:cBhvr>
                                      <p:to>
                                        <p:strVal val="visible"/>
                                      </p:to>
                                    </p:set>
                                    <p:animEffect transition="in" filter="fade">
                                      <p:cBhvr>
                                        <p:cTn id="140" dur="1000"/>
                                        <p:tgtEl>
                                          <p:spTgt spid="40"/>
                                        </p:tgtEl>
                                      </p:cBhvr>
                                    </p:animEffect>
                                    <p:anim calcmode="lin" valueType="num">
                                      <p:cBhvr>
                                        <p:cTn id="141" dur="1000" fill="hold"/>
                                        <p:tgtEl>
                                          <p:spTgt spid="40"/>
                                        </p:tgtEl>
                                        <p:attrNameLst>
                                          <p:attrName>ppt_x</p:attrName>
                                        </p:attrNameLst>
                                      </p:cBhvr>
                                      <p:tavLst>
                                        <p:tav tm="0">
                                          <p:val>
                                            <p:strVal val="#ppt_x"/>
                                          </p:val>
                                        </p:tav>
                                        <p:tav tm="100000">
                                          <p:val>
                                            <p:strVal val="#ppt_x"/>
                                          </p:val>
                                        </p:tav>
                                      </p:tavLst>
                                    </p:anim>
                                    <p:anim calcmode="lin" valueType="num">
                                      <p:cBhvr>
                                        <p:cTn id="142" dur="1000" fill="hold"/>
                                        <p:tgtEl>
                                          <p:spTgt spid="40"/>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41"/>
                                        </p:tgtEl>
                                        <p:attrNameLst>
                                          <p:attrName>style.visibility</p:attrName>
                                        </p:attrNameLst>
                                      </p:cBhvr>
                                      <p:to>
                                        <p:strVal val="visible"/>
                                      </p:to>
                                    </p:set>
                                    <p:animEffect transition="in" filter="fade">
                                      <p:cBhvr>
                                        <p:cTn id="145" dur="1000"/>
                                        <p:tgtEl>
                                          <p:spTgt spid="41"/>
                                        </p:tgtEl>
                                      </p:cBhvr>
                                    </p:animEffect>
                                    <p:anim calcmode="lin" valueType="num">
                                      <p:cBhvr>
                                        <p:cTn id="146" dur="1000" fill="hold"/>
                                        <p:tgtEl>
                                          <p:spTgt spid="41"/>
                                        </p:tgtEl>
                                        <p:attrNameLst>
                                          <p:attrName>ppt_x</p:attrName>
                                        </p:attrNameLst>
                                      </p:cBhvr>
                                      <p:tavLst>
                                        <p:tav tm="0">
                                          <p:val>
                                            <p:strVal val="#ppt_x"/>
                                          </p:val>
                                        </p:tav>
                                        <p:tav tm="100000">
                                          <p:val>
                                            <p:strVal val="#ppt_x"/>
                                          </p:val>
                                        </p:tav>
                                      </p:tavLst>
                                    </p:anim>
                                    <p:anim calcmode="lin" valueType="num">
                                      <p:cBhvr>
                                        <p:cTn id="147" dur="1000" fill="hold"/>
                                        <p:tgtEl>
                                          <p:spTgt spid="41"/>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9" dur="1" fill="hold">
                                          <p:stCondLst>
                                            <p:cond delay="0"/>
                                          </p:stCondLst>
                                        </p:cTn>
                                        <p:tgtEl>
                                          <p:spTgt spid="21"/>
                                        </p:tgtEl>
                                        <p:attrNameLst>
                                          <p:attrName>style.visibility</p:attrName>
                                        </p:attrNameLst>
                                      </p:cBhvr>
                                      <p:to>
                                        <p:strVal val="visible"/>
                                      </p:to>
                                    </p:set>
                                    <p:animEffect transition="in" filter="fade">
                                      <p:cBhvr>
                                        <p:cTn id="150" dur="1000"/>
                                        <p:tgtEl>
                                          <p:spTgt spid="21"/>
                                        </p:tgtEl>
                                      </p:cBhvr>
                                    </p:animEffect>
                                    <p:anim calcmode="lin" valueType="num">
                                      <p:cBhvr>
                                        <p:cTn id="151" dur="1000" fill="hold"/>
                                        <p:tgtEl>
                                          <p:spTgt spid="21"/>
                                        </p:tgtEl>
                                        <p:attrNameLst>
                                          <p:attrName>ppt_x</p:attrName>
                                        </p:attrNameLst>
                                      </p:cBhvr>
                                      <p:tavLst>
                                        <p:tav tm="0">
                                          <p:val>
                                            <p:strVal val="#ppt_x"/>
                                          </p:val>
                                        </p:tav>
                                        <p:tav tm="100000">
                                          <p:val>
                                            <p:strVal val="#ppt_x"/>
                                          </p:val>
                                        </p:tav>
                                      </p:tavLst>
                                    </p:anim>
                                    <p:anim calcmode="lin" valueType="num">
                                      <p:cBhvr>
                                        <p:cTn id="152" dur="1000" fill="hold"/>
                                        <p:tgtEl>
                                          <p:spTgt spid="21"/>
                                        </p:tgtEl>
                                        <p:attrNameLst>
                                          <p:attrName>ppt_y</p:attrName>
                                        </p:attrNameLst>
                                      </p:cBhvr>
                                      <p:tavLst>
                                        <p:tav tm="0">
                                          <p:val>
                                            <p:strVal val="#ppt_y+.1"/>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42"/>
                                        </p:tgtEl>
                                        <p:attrNameLst>
                                          <p:attrName>style.visibility</p:attrName>
                                        </p:attrNameLst>
                                      </p:cBhvr>
                                      <p:to>
                                        <p:strVal val="visible"/>
                                      </p:to>
                                    </p:set>
                                    <p:animEffect transition="in" filter="fade">
                                      <p:cBhvr>
                                        <p:cTn id="155" dur="1000"/>
                                        <p:tgtEl>
                                          <p:spTgt spid="42"/>
                                        </p:tgtEl>
                                      </p:cBhvr>
                                    </p:animEffect>
                                    <p:anim calcmode="lin" valueType="num">
                                      <p:cBhvr>
                                        <p:cTn id="156" dur="1000" fill="hold"/>
                                        <p:tgtEl>
                                          <p:spTgt spid="42"/>
                                        </p:tgtEl>
                                        <p:attrNameLst>
                                          <p:attrName>ppt_x</p:attrName>
                                        </p:attrNameLst>
                                      </p:cBhvr>
                                      <p:tavLst>
                                        <p:tav tm="0">
                                          <p:val>
                                            <p:strVal val="#ppt_x"/>
                                          </p:val>
                                        </p:tav>
                                        <p:tav tm="100000">
                                          <p:val>
                                            <p:strVal val="#ppt_x"/>
                                          </p:val>
                                        </p:tav>
                                      </p:tavLst>
                                    </p:anim>
                                    <p:anim calcmode="lin" valueType="num">
                                      <p:cBhvr>
                                        <p:cTn id="157" dur="1000" fill="hold"/>
                                        <p:tgtEl>
                                          <p:spTgt spid="42"/>
                                        </p:tgtEl>
                                        <p:attrNameLst>
                                          <p:attrName>ppt_y</p:attrName>
                                        </p:attrNameLst>
                                      </p:cBhvr>
                                      <p:tavLst>
                                        <p:tav tm="0">
                                          <p:val>
                                            <p:strVal val="#ppt_y+.1"/>
                                          </p:val>
                                        </p:tav>
                                        <p:tav tm="100000">
                                          <p:val>
                                            <p:strVal val="#ppt_y"/>
                                          </p:val>
                                        </p:tav>
                                      </p:tavLst>
                                    </p:anim>
                                  </p:childTnLst>
                                </p:cTn>
                              </p:par>
                              <p:par>
                                <p:cTn id="158" presetID="42" presetClass="entr" presetSubtype="0" fill="hold" nodeType="withEffect">
                                  <p:stCondLst>
                                    <p:cond delay="0"/>
                                  </p:stCondLst>
                                  <p:childTnLst>
                                    <p:set>
                                      <p:cBhvr>
                                        <p:cTn id="159" dur="1" fill="hold">
                                          <p:stCondLst>
                                            <p:cond delay="0"/>
                                          </p:stCondLst>
                                        </p:cTn>
                                        <p:tgtEl>
                                          <p:spTgt spid="20"/>
                                        </p:tgtEl>
                                        <p:attrNameLst>
                                          <p:attrName>style.visibility</p:attrName>
                                        </p:attrNameLst>
                                      </p:cBhvr>
                                      <p:to>
                                        <p:strVal val="visible"/>
                                      </p:to>
                                    </p:set>
                                    <p:animEffect transition="in" filter="fade">
                                      <p:cBhvr>
                                        <p:cTn id="160" dur="1000"/>
                                        <p:tgtEl>
                                          <p:spTgt spid="20"/>
                                        </p:tgtEl>
                                      </p:cBhvr>
                                    </p:animEffect>
                                    <p:anim calcmode="lin" valueType="num">
                                      <p:cBhvr>
                                        <p:cTn id="161" dur="1000" fill="hold"/>
                                        <p:tgtEl>
                                          <p:spTgt spid="20"/>
                                        </p:tgtEl>
                                        <p:attrNameLst>
                                          <p:attrName>ppt_x</p:attrName>
                                        </p:attrNameLst>
                                      </p:cBhvr>
                                      <p:tavLst>
                                        <p:tav tm="0">
                                          <p:val>
                                            <p:strVal val="#ppt_x"/>
                                          </p:val>
                                        </p:tav>
                                        <p:tav tm="100000">
                                          <p:val>
                                            <p:strVal val="#ppt_x"/>
                                          </p:val>
                                        </p:tav>
                                      </p:tavLst>
                                    </p:anim>
                                    <p:anim calcmode="lin" valueType="num">
                                      <p:cBhvr>
                                        <p:cTn id="162" dur="1000" fill="hold"/>
                                        <p:tgtEl>
                                          <p:spTgt spid="20"/>
                                        </p:tgtEl>
                                        <p:attrNameLst>
                                          <p:attrName>ppt_y</p:attrName>
                                        </p:attrNameLst>
                                      </p:cBhvr>
                                      <p:tavLst>
                                        <p:tav tm="0">
                                          <p:val>
                                            <p:strVal val="#ppt_y+.1"/>
                                          </p:val>
                                        </p:tav>
                                        <p:tav tm="100000">
                                          <p:val>
                                            <p:strVal val="#ppt_y"/>
                                          </p:val>
                                        </p:tav>
                                      </p:tavLst>
                                    </p:anim>
                                  </p:childTnLst>
                                </p:cTn>
                              </p:par>
                              <p:par>
                                <p:cTn id="163" presetID="42" presetClass="entr" presetSubtype="0" fill="hold" nodeType="withEffect">
                                  <p:stCondLst>
                                    <p:cond delay="0"/>
                                  </p:stCondLst>
                                  <p:childTnLst>
                                    <p:set>
                                      <p:cBhvr>
                                        <p:cTn id="164" dur="1" fill="hold">
                                          <p:stCondLst>
                                            <p:cond delay="0"/>
                                          </p:stCondLst>
                                        </p:cTn>
                                        <p:tgtEl>
                                          <p:spTgt spid="22"/>
                                        </p:tgtEl>
                                        <p:attrNameLst>
                                          <p:attrName>style.visibility</p:attrName>
                                        </p:attrNameLst>
                                      </p:cBhvr>
                                      <p:to>
                                        <p:strVal val="visible"/>
                                      </p:to>
                                    </p:set>
                                    <p:animEffect transition="in" filter="fade">
                                      <p:cBhvr>
                                        <p:cTn id="165" dur="1000"/>
                                        <p:tgtEl>
                                          <p:spTgt spid="22"/>
                                        </p:tgtEl>
                                      </p:cBhvr>
                                    </p:animEffect>
                                    <p:anim calcmode="lin" valueType="num">
                                      <p:cBhvr>
                                        <p:cTn id="166" dur="1000" fill="hold"/>
                                        <p:tgtEl>
                                          <p:spTgt spid="22"/>
                                        </p:tgtEl>
                                        <p:attrNameLst>
                                          <p:attrName>ppt_x</p:attrName>
                                        </p:attrNameLst>
                                      </p:cBhvr>
                                      <p:tavLst>
                                        <p:tav tm="0">
                                          <p:val>
                                            <p:strVal val="#ppt_x"/>
                                          </p:val>
                                        </p:tav>
                                        <p:tav tm="100000">
                                          <p:val>
                                            <p:strVal val="#ppt_x"/>
                                          </p:val>
                                        </p:tav>
                                      </p:tavLst>
                                    </p:anim>
                                    <p:anim calcmode="lin" valueType="num">
                                      <p:cBhvr>
                                        <p:cTn id="167" dur="1000" fill="hold"/>
                                        <p:tgtEl>
                                          <p:spTgt spid="22"/>
                                        </p:tgtEl>
                                        <p:attrNameLst>
                                          <p:attrName>ppt_y</p:attrName>
                                        </p:attrNameLst>
                                      </p:cBhvr>
                                      <p:tavLst>
                                        <p:tav tm="0">
                                          <p:val>
                                            <p:strVal val="#ppt_y+.1"/>
                                          </p:val>
                                        </p:tav>
                                        <p:tav tm="100000">
                                          <p:val>
                                            <p:strVal val="#ppt_y"/>
                                          </p:val>
                                        </p:tav>
                                      </p:tavLst>
                                    </p:anim>
                                  </p:childTnLst>
                                </p:cTn>
                              </p:par>
                              <p:par>
                                <p:cTn id="168" presetID="42" presetClass="entr" presetSubtype="0" fill="hold" nodeType="withEffect">
                                  <p:stCondLst>
                                    <p:cond delay="0"/>
                                  </p:stCondLst>
                                  <p:childTnLst>
                                    <p:set>
                                      <p:cBhvr>
                                        <p:cTn id="169" dur="1" fill="hold">
                                          <p:stCondLst>
                                            <p:cond delay="0"/>
                                          </p:stCondLst>
                                        </p:cTn>
                                        <p:tgtEl>
                                          <p:spTgt spid="23"/>
                                        </p:tgtEl>
                                        <p:attrNameLst>
                                          <p:attrName>style.visibility</p:attrName>
                                        </p:attrNameLst>
                                      </p:cBhvr>
                                      <p:to>
                                        <p:strVal val="visible"/>
                                      </p:to>
                                    </p:set>
                                    <p:animEffect transition="in" filter="fade">
                                      <p:cBhvr>
                                        <p:cTn id="170" dur="1000"/>
                                        <p:tgtEl>
                                          <p:spTgt spid="23"/>
                                        </p:tgtEl>
                                      </p:cBhvr>
                                    </p:animEffect>
                                    <p:anim calcmode="lin" valueType="num">
                                      <p:cBhvr>
                                        <p:cTn id="171" dur="1000" fill="hold"/>
                                        <p:tgtEl>
                                          <p:spTgt spid="23"/>
                                        </p:tgtEl>
                                        <p:attrNameLst>
                                          <p:attrName>ppt_x</p:attrName>
                                        </p:attrNameLst>
                                      </p:cBhvr>
                                      <p:tavLst>
                                        <p:tav tm="0">
                                          <p:val>
                                            <p:strVal val="#ppt_x"/>
                                          </p:val>
                                        </p:tav>
                                        <p:tav tm="100000">
                                          <p:val>
                                            <p:strVal val="#ppt_x"/>
                                          </p:val>
                                        </p:tav>
                                      </p:tavLst>
                                    </p:anim>
                                    <p:anim calcmode="lin" valueType="num">
                                      <p:cBhvr>
                                        <p:cTn id="172" dur="1000" fill="hold"/>
                                        <p:tgtEl>
                                          <p:spTgt spid="23"/>
                                        </p:tgtEl>
                                        <p:attrNameLst>
                                          <p:attrName>ppt_y</p:attrName>
                                        </p:attrNameLst>
                                      </p:cBhvr>
                                      <p:tavLst>
                                        <p:tav tm="0">
                                          <p:val>
                                            <p:strVal val="#ppt_y+.1"/>
                                          </p:val>
                                        </p:tav>
                                        <p:tav tm="100000">
                                          <p:val>
                                            <p:strVal val="#ppt_y"/>
                                          </p:val>
                                        </p:tav>
                                      </p:tavLst>
                                    </p:anim>
                                  </p:childTnLst>
                                </p:cTn>
                              </p:par>
                              <p:par>
                                <p:cTn id="173" presetID="42" presetClass="entr" presetSubtype="0" fill="hold" grpId="0" nodeType="withEffect">
                                  <p:stCondLst>
                                    <p:cond delay="0"/>
                                  </p:stCondLst>
                                  <p:childTnLst>
                                    <p:set>
                                      <p:cBhvr>
                                        <p:cTn id="174" dur="1" fill="hold">
                                          <p:stCondLst>
                                            <p:cond delay="0"/>
                                          </p:stCondLst>
                                        </p:cTn>
                                        <p:tgtEl>
                                          <p:spTgt spid="43"/>
                                        </p:tgtEl>
                                        <p:attrNameLst>
                                          <p:attrName>style.visibility</p:attrName>
                                        </p:attrNameLst>
                                      </p:cBhvr>
                                      <p:to>
                                        <p:strVal val="visible"/>
                                      </p:to>
                                    </p:set>
                                    <p:animEffect transition="in" filter="fade">
                                      <p:cBhvr>
                                        <p:cTn id="175" dur="1000"/>
                                        <p:tgtEl>
                                          <p:spTgt spid="43"/>
                                        </p:tgtEl>
                                      </p:cBhvr>
                                    </p:animEffect>
                                    <p:anim calcmode="lin" valueType="num">
                                      <p:cBhvr>
                                        <p:cTn id="176" dur="1000" fill="hold"/>
                                        <p:tgtEl>
                                          <p:spTgt spid="43"/>
                                        </p:tgtEl>
                                        <p:attrNameLst>
                                          <p:attrName>ppt_x</p:attrName>
                                        </p:attrNameLst>
                                      </p:cBhvr>
                                      <p:tavLst>
                                        <p:tav tm="0">
                                          <p:val>
                                            <p:strVal val="#ppt_x"/>
                                          </p:val>
                                        </p:tav>
                                        <p:tav tm="100000">
                                          <p:val>
                                            <p:strVal val="#ppt_x"/>
                                          </p:val>
                                        </p:tav>
                                      </p:tavLst>
                                    </p:anim>
                                    <p:anim calcmode="lin" valueType="num">
                                      <p:cBhvr>
                                        <p:cTn id="177" dur="1000" fill="hold"/>
                                        <p:tgtEl>
                                          <p:spTgt spid="43"/>
                                        </p:tgtEl>
                                        <p:attrNameLst>
                                          <p:attrName>ppt_y</p:attrName>
                                        </p:attrNameLst>
                                      </p:cBhvr>
                                      <p:tavLst>
                                        <p:tav tm="0">
                                          <p:val>
                                            <p:strVal val="#ppt_y+.1"/>
                                          </p:val>
                                        </p:tav>
                                        <p:tav tm="100000">
                                          <p:val>
                                            <p:strVal val="#ppt_y"/>
                                          </p:val>
                                        </p:tav>
                                      </p:tavLst>
                                    </p:anim>
                                  </p:childTnLst>
                                </p:cTn>
                              </p:par>
                              <p:par>
                                <p:cTn id="178" presetID="42" presetClass="entr" presetSubtype="0" fill="hold" grpId="0" nodeType="withEffect">
                                  <p:stCondLst>
                                    <p:cond delay="0"/>
                                  </p:stCondLst>
                                  <p:childTnLst>
                                    <p:set>
                                      <p:cBhvr>
                                        <p:cTn id="179" dur="1" fill="hold">
                                          <p:stCondLst>
                                            <p:cond delay="0"/>
                                          </p:stCondLst>
                                        </p:cTn>
                                        <p:tgtEl>
                                          <p:spTgt spid="44"/>
                                        </p:tgtEl>
                                        <p:attrNameLst>
                                          <p:attrName>style.visibility</p:attrName>
                                        </p:attrNameLst>
                                      </p:cBhvr>
                                      <p:to>
                                        <p:strVal val="visible"/>
                                      </p:to>
                                    </p:set>
                                    <p:animEffect transition="in" filter="fade">
                                      <p:cBhvr>
                                        <p:cTn id="180" dur="1000"/>
                                        <p:tgtEl>
                                          <p:spTgt spid="44"/>
                                        </p:tgtEl>
                                      </p:cBhvr>
                                    </p:animEffect>
                                    <p:anim calcmode="lin" valueType="num">
                                      <p:cBhvr>
                                        <p:cTn id="181" dur="1000" fill="hold"/>
                                        <p:tgtEl>
                                          <p:spTgt spid="44"/>
                                        </p:tgtEl>
                                        <p:attrNameLst>
                                          <p:attrName>ppt_x</p:attrName>
                                        </p:attrNameLst>
                                      </p:cBhvr>
                                      <p:tavLst>
                                        <p:tav tm="0">
                                          <p:val>
                                            <p:strVal val="#ppt_x"/>
                                          </p:val>
                                        </p:tav>
                                        <p:tav tm="100000">
                                          <p:val>
                                            <p:strVal val="#ppt_x"/>
                                          </p:val>
                                        </p:tav>
                                      </p:tavLst>
                                    </p:anim>
                                    <p:anim calcmode="lin" valueType="num">
                                      <p:cBhvr>
                                        <p:cTn id="182" dur="1000" fill="hold"/>
                                        <p:tgtEl>
                                          <p:spTgt spid="44"/>
                                        </p:tgtEl>
                                        <p:attrNameLst>
                                          <p:attrName>ppt_y</p:attrName>
                                        </p:attrNameLst>
                                      </p:cBhvr>
                                      <p:tavLst>
                                        <p:tav tm="0">
                                          <p:val>
                                            <p:strVal val="#ppt_y+.1"/>
                                          </p:val>
                                        </p:tav>
                                        <p:tav tm="100000">
                                          <p:val>
                                            <p:strVal val="#ppt_y"/>
                                          </p:val>
                                        </p:tav>
                                      </p:tavLst>
                                    </p:anim>
                                  </p:childTnLst>
                                </p:cTn>
                              </p:par>
                              <p:par>
                                <p:cTn id="183" presetID="42" presetClass="entr" presetSubtype="0" fill="hold" grpId="0" nodeType="withEffect">
                                  <p:stCondLst>
                                    <p:cond delay="0"/>
                                  </p:stCondLst>
                                  <p:childTnLst>
                                    <p:set>
                                      <p:cBhvr>
                                        <p:cTn id="184" dur="1" fill="hold">
                                          <p:stCondLst>
                                            <p:cond delay="0"/>
                                          </p:stCondLst>
                                        </p:cTn>
                                        <p:tgtEl>
                                          <p:spTgt spid="45"/>
                                        </p:tgtEl>
                                        <p:attrNameLst>
                                          <p:attrName>style.visibility</p:attrName>
                                        </p:attrNameLst>
                                      </p:cBhvr>
                                      <p:to>
                                        <p:strVal val="visible"/>
                                      </p:to>
                                    </p:set>
                                    <p:animEffect transition="in" filter="fade">
                                      <p:cBhvr>
                                        <p:cTn id="185" dur="1000"/>
                                        <p:tgtEl>
                                          <p:spTgt spid="45"/>
                                        </p:tgtEl>
                                      </p:cBhvr>
                                    </p:animEffect>
                                    <p:anim calcmode="lin" valueType="num">
                                      <p:cBhvr>
                                        <p:cTn id="186" dur="1000" fill="hold"/>
                                        <p:tgtEl>
                                          <p:spTgt spid="45"/>
                                        </p:tgtEl>
                                        <p:attrNameLst>
                                          <p:attrName>ppt_x</p:attrName>
                                        </p:attrNameLst>
                                      </p:cBhvr>
                                      <p:tavLst>
                                        <p:tav tm="0">
                                          <p:val>
                                            <p:strVal val="#ppt_x"/>
                                          </p:val>
                                        </p:tav>
                                        <p:tav tm="100000">
                                          <p:val>
                                            <p:strVal val="#ppt_x"/>
                                          </p:val>
                                        </p:tav>
                                      </p:tavLst>
                                    </p:anim>
                                    <p:anim calcmode="lin" valueType="num">
                                      <p:cBhvr>
                                        <p:cTn id="187" dur="1000" fill="hold"/>
                                        <p:tgtEl>
                                          <p:spTgt spid="45"/>
                                        </p:tgtEl>
                                        <p:attrNameLst>
                                          <p:attrName>ppt_y</p:attrName>
                                        </p:attrNameLst>
                                      </p:cBhvr>
                                      <p:tavLst>
                                        <p:tav tm="0">
                                          <p:val>
                                            <p:strVal val="#ppt_y+.1"/>
                                          </p:val>
                                        </p:tav>
                                        <p:tav tm="100000">
                                          <p:val>
                                            <p:strVal val="#ppt_y"/>
                                          </p:val>
                                        </p:tav>
                                      </p:tavLst>
                                    </p:anim>
                                  </p:childTnLst>
                                </p:cTn>
                              </p:par>
                              <p:par>
                                <p:cTn id="188" presetID="42" presetClass="entr" presetSubtype="0" fill="hold" nodeType="withEffect">
                                  <p:stCondLst>
                                    <p:cond delay="0"/>
                                  </p:stCondLst>
                                  <p:childTnLst>
                                    <p:set>
                                      <p:cBhvr>
                                        <p:cTn id="189" dur="1" fill="hold">
                                          <p:stCondLst>
                                            <p:cond delay="0"/>
                                          </p:stCondLst>
                                        </p:cTn>
                                        <p:tgtEl>
                                          <p:spTgt spid="25"/>
                                        </p:tgtEl>
                                        <p:attrNameLst>
                                          <p:attrName>style.visibility</p:attrName>
                                        </p:attrNameLst>
                                      </p:cBhvr>
                                      <p:to>
                                        <p:strVal val="visible"/>
                                      </p:to>
                                    </p:set>
                                    <p:animEffect transition="in" filter="fade">
                                      <p:cBhvr>
                                        <p:cTn id="190" dur="1000"/>
                                        <p:tgtEl>
                                          <p:spTgt spid="25"/>
                                        </p:tgtEl>
                                      </p:cBhvr>
                                    </p:animEffect>
                                    <p:anim calcmode="lin" valueType="num">
                                      <p:cBhvr>
                                        <p:cTn id="191" dur="1000" fill="hold"/>
                                        <p:tgtEl>
                                          <p:spTgt spid="25"/>
                                        </p:tgtEl>
                                        <p:attrNameLst>
                                          <p:attrName>ppt_x</p:attrName>
                                        </p:attrNameLst>
                                      </p:cBhvr>
                                      <p:tavLst>
                                        <p:tav tm="0">
                                          <p:val>
                                            <p:strVal val="#ppt_x"/>
                                          </p:val>
                                        </p:tav>
                                        <p:tav tm="100000">
                                          <p:val>
                                            <p:strVal val="#ppt_x"/>
                                          </p:val>
                                        </p:tav>
                                      </p:tavLst>
                                    </p:anim>
                                    <p:anim calcmode="lin" valueType="num">
                                      <p:cBhvr>
                                        <p:cTn id="192" dur="1000" fill="hold"/>
                                        <p:tgtEl>
                                          <p:spTgt spid="25"/>
                                        </p:tgtEl>
                                        <p:attrNameLst>
                                          <p:attrName>ppt_y</p:attrName>
                                        </p:attrNameLst>
                                      </p:cBhvr>
                                      <p:tavLst>
                                        <p:tav tm="0">
                                          <p:val>
                                            <p:strVal val="#ppt_y+.1"/>
                                          </p:val>
                                        </p:tav>
                                        <p:tav tm="100000">
                                          <p:val>
                                            <p:strVal val="#ppt_y"/>
                                          </p:val>
                                        </p:tav>
                                      </p:tavLst>
                                    </p:anim>
                                  </p:childTnLst>
                                </p:cTn>
                              </p:par>
                              <p:par>
                                <p:cTn id="193" presetID="42" presetClass="entr" presetSubtype="0" fill="hold" grpId="0" nodeType="withEffect">
                                  <p:stCondLst>
                                    <p:cond delay="0"/>
                                  </p:stCondLst>
                                  <p:childTnLst>
                                    <p:set>
                                      <p:cBhvr>
                                        <p:cTn id="194" dur="1" fill="hold">
                                          <p:stCondLst>
                                            <p:cond delay="0"/>
                                          </p:stCondLst>
                                        </p:cTn>
                                        <p:tgtEl>
                                          <p:spTgt spid="46"/>
                                        </p:tgtEl>
                                        <p:attrNameLst>
                                          <p:attrName>style.visibility</p:attrName>
                                        </p:attrNameLst>
                                      </p:cBhvr>
                                      <p:to>
                                        <p:strVal val="visible"/>
                                      </p:to>
                                    </p:set>
                                    <p:animEffect transition="in" filter="fade">
                                      <p:cBhvr>
                                        <p:cTn id="195" dur="1000"/>
                                        <p:tgtEl>
                                          <p:spTgt spid="46"/>
                                        </p:tgtEl>
                                      </p:cBhvr>
                                    </p:animEffect>
                                    <p:anim calcmode="lin" valueType="num">
                                      <p:cBhvr>
                                        <p:cTn id="196" dur="1000" fill="hold"/>
                                        <p:tgtEl>
                                          <p:spTgt spid="46"/>
                                        </p:tgtEl>
                                        <p:attrNameLst>
                                          <p:attrName>ppt_x</p:attrName>
                                        </p:attrNameLst>
                                      </p:cBhvr>
                                      <p:tavLst>
                                        <p:tav tm="0">
                                          <p:val>
                                            <p:strVal val="#ppt_x"/>
                                          </p:val>
                                        </p:tav>
                                        <p:tav tm="100000">
                                          <p:val>
                                            <p:strVal val="#ppt_x"/>
                                          </p:val>
                                        </p:tav>
                                      </p:tavLst>
                                    </p:anim>
                                    <p:anim calcmode="lin" valueType="num">
                                      <p:cBhvr>
                                        <p:cTn id="197" dur="1000" fill="hold"/>
                                        <p:tgtEl>
                                          <p:spTgt spid="46"/>
                                        </p:tgtEl>
                                        <p:attrNameLst>
                                          <p:attrName>ppt_y</p:attrName>
                                        </p:attrNameLst>
                                      </p:cBhvr>
                                      <p:tavLst>
                                        <p:tav tm="0">
                                          <p:val>
                                            <p:strVal val="#ppt_y+.1"/>
                                          </p:val>
                                        </p:tav>
                                        <p:tav tm="100000">
                                          <p:val>
                                            <p:strVal val="#ppt_y"/>
                                          </p:val>
                                        </p:tav>
                                      </p:tavLst>
                                    </p:anim>
                                  </p:childTnLst>
                                </p:cTn>
                              </p:par>
                              <p:par>
                                <p:cTn id="198" presetID="42" presetClass="entr" presetSubtype="0" fill="hold" nodeType="withEffect">
                                  <p:stCondLst>
                                    <p:cond delay="0"/>
                                  </p:stCondLst>
                                  <p:childTnLst>
                                    <p:set>
                                      <p:cBhvr>
                                        <p:cTn id="199" dur="1" fill="hold">
                                          <p:stCondLst>
                                            <p:cond delay="0"/>
                                          </p:stCondLst>
                                        </p:cTn>
                                        <p:tgtEl>
                                          <p:spTgt spid="24"/>
                                        </p:tgtEl>
                                        <p:attrNameLst>
                                          <p:attrName>style.visibility</p:attrName>
                                        </p:attrNameLst>
                                      </p:cBhvr>
                                      <p:to>
                                        <p:strVal val="visible"/>
                                      </p:to>
                                    </p:set>
                                    <p:animEffect transition="in" filter="fade">
                                      <p:cBhvr>
                                        <p:cTn id="200" dur="1000"/>
                                        <p:tgtEl>
                                          <p:spTgt spid="24"/>
                                        </p:tgtEl>
                                      </p:cBhvr>
                                    </p:animEffect>
                                    <p:anim calcmode="lin" valueType="num">
                                      <p:cBhvr>
                                        <p:cTn id="201" dur="1000" fill="hold"/>
                                        <p:tgtEl>
                                          <p:spTgt spid="24"/>
                                        </p:tgtEl>
                                        <p:attrNameLst>
                                          <p:attrName>ppt_x</p:attrName>
                                        </p:attrNameLst>
                                      </p:cBhvr>
                                      <p:tavLst>
                                        <p:tav tm="0">
                                          <p:val>
                                            <p:strVal val="#ppt_x"/>
                                          </p:val>
                                        </p:tav>
                                        <p:tav tm="100000">
                                          <p:val>
                                            <p:strVal val="#ppt_x"/>
                                          </p:val>
                                        </p:tav>
                                      </p:tavLst>
                                    </p:anim>
                                    <p:anim calcmode="lin" valueType="num">
                                      <p:cBhvr>
                                        <p:cTn id="202" dur="1000" fill="hold"/>
                                        <p:tgtEl>
                                          <p:spTgt spid="24"/>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204" dur="1" fill="hold">
                                          <p:stCondLst>
                                            <p:cond delay="0"/>
                                          </p:stCondLst>
                                        </p:cTn>
                                        <p:tgtEl>
                                          <p:spTgt spid="26"/>
                                        </p:tgtEl>
                                        <p:attrNameLst>
                                          <p:attrName>style.visibility</p:attrName>
                                        </p:attrNameLst>
                                      </p:cBhvr>
                                      <p:to>
                                        <p:strVal val="visible"/>
                                      </p:to>
                                    </p:set>
                                    <p:animEffect transition="in" filter="fade">
                                      <p:cBhvr>
                                        <p:cTn id="205" dur="1000"/>
                                        <p:tgtEl>
                                          <p:spTgt spid="26"/>
                                        </p:tgtEl>
                                      </p:cBhvr>
                                    </p:animEffect>
                                    <p:anim calcmode="lin" valueType="num">
                                      <p:cBhvr>
                                        <p:cTn id="206" dur="1000" fill="hold"/>
                                        <p:tgtEl>
                                          <p:spTgt spid="26"/>
                                        </p:tgtEl>
                                        <p:attrNameLst>
                                          <p:attrName>ppt_x</p:attrName>
                                        </p:attrNameLst>
                                      </p:cBhvr>
                                      <p:tavLst>
                                        <p:tav tm="0">
                                          <p:val>
                                            <p:strVal val="#ppt_x"/>
                                          </p:val>
                                        </p:tav>
                                        <p:tav tm="100000">
                                          <p:val>
                                            <p:strVal val="#ppt_x"/>
                                          </p:val>
                                        </p:tav>
                                      </p:tavLst>
                                    </p:anim>
                                    <p:anim calcmode="lin" valueType="num">
                                      <p:cBhvr>
                                        <p:cTn id="207" dur="1000" fill="hold"/>
                                        <p:tgtEl>
                                          <p:spTgt spid="26"/>
                                        </p:tgtEl>
                                        <p:attrNameLst>
                                          <p:attrName>ppt_y</p:attrName>
                                        </p:attrNameLst>
                                      </p:cBhvr>
                                      <p:tavLst>
                                        <p:tav tm="0">
                                          <p:val>
                                            <p:strVal val="#ppt_y+.1"/>
                                          </p:val>
                                        </p:tav>
                                        <p:tav tm="100000">
                                          <p:val>
                                            <p:strVal val="#ppt_y"/>
                                          </p:val>
                                        </p:tav>
                                      </p:tavLst>
                                    </p:anim>
                                  </p:childTnLst>
                                </p:cTn>
                              </p:par>
                              <p:par>
                                <p:cTn id="208" presetID="42" presetClass="entr" presetSubtype="0" fill="hold" grpId="0" nodeType="withEffect">
                                  <p:stCondLst>
                                    <p:cond delay="0"/>
                                  </p:stCondLst>
                                  <p:childTnLst>
                                    <p:set>
                                      <p:cBhvr>
                                        <p:cTn id="209" dur="1" fill="hold">
                                          <p:stCondLst>
                                            <p:cond delay="0"/>
                                          </p:stCondLst>
                                        </p:cTn>
                                        <p:tgtEl>
                                          <p:spTgt spid="47"/>
                                        </p:tgtEl>
                                        <p:attrNameLst>
                                          <p:attrName>style.visibility</p:attrName>
                                        </p:attrNameLst>
                                      </p:cBhvr>
                                      <p:to>
                                        <p:strVal val="visible"/>
                                      </p:to>
                                    </p:set>
                                    <p:animEffect transition="in" filter="fade">
                                      <p:cBhvr>
                                        <p:cTn id="210" dur="1000"/>
                                        <p:tgtEl>
                                          <p:spTgt spid="47"/>
                                        </p:tgtEl>
                                      </p:cBhvr>
                                    </p:animEffect>
                                    <p:anim calcmode="lin" valueType="num">
                                      <p:cBhvr>
                                        <p:cTn id="211" dur="1000" fill="hold"/>
                                        <p:tgtEl>
                                          <p:spTgt spid="47"/>
                                        </p:tgtEl>
                                        <p:attrNameLst>
                                          <p:attrName>ppt_x</p:attrName>
                                        </p:attrNameLst>
                                      </p:cBhvr>
                                      <p:tavLst>
                                        <p:tav tm="0">
                                          <p:val>
                                            <p:strVal val="#ppt_x"/>
                                          </p:val>
                                        </p:tav>
                                        <p:tav tm="100000">
                                          <p:val>
                                            <p:strVal val="#ppt_x"/>
                                          </p:val>
                                        </p:tav>
                                      </p:tavLst>
                                    </p:anim>
                                    <p:anim calcmode="lin" valueType="num">
                                      <p:cBhvr>
                                        <p:cTn id="21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2387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457200" y="914400"/>
            <a:ext cx="762000" cy="38100"/>
          </a:xfrm>
          <a:prstGeom prst="rect">
            <a:avLst/>
          </a:prstGeom>
        </p:spPr>
      </p:pic>
      <p:pic>
        <p:nvPicPr>
          <p:cNvPr id="6" name="Image 4" descr="preencoded.png"/>
          <p:cNvPicPr>
            <a:picLocks noChangeAspect="1"/>
          </p:cNvPicPr>
          <p:nvPr/>
        </p:nvPicPr>
        <p:blipFill>
          <a:blip r:embed="rId7"/>
          <a:stretch>
            <a:fillRect/>
          </a:stretch>
        </p:blipFill>
        <p:spPr>
          <a:xfrm>
            <a:off x="457200" y="1181100"/>
            <a:ext cx="3682901" cy="4800600"/>
          </a:xfrm>
          <a:prstGeom prst="rect">
            <a:avLst/>
          </a:prstGeom>
        </p:spPr>
      </p:pic>
      <p:pic>
        <p:nvPicPr>
          <p:cNvPr id="7" name="Image 5" descr="preencoded.png"/>
          <p:cNvPicPr>
            <a:picLocks noChangeAspect="1"/>
          </p:cNvPicPr>
          <p:nvPr/>
        </p:nvPicPr>
        <p:blipFill>
          <a:blip r:embed="rId8"/>
          <a:stretch>
            <a:fillRect/>
          </a:stretch>
        </p:blipFill>
        <p:spPr>
          <a:xfrm>
            <a:off x="647700" y="1400175"/>
            <a:ext cx="257175" cy="228600"/>
          </a:xfrm>
          <a:prstGeom prst="rect">
            <a:avLst/>
          </a:prstGeom>
        </p:spPr>
      </p:pic>
      <p:pic>
        <p:nvPicPr>
          <p:cNvPr id="8" name="Image 6" descr="preencoded.png"/>
          <p:cNvPicPr>
            <a:picLocks noChangeAspect="1"/>
          </p:cNvPicPr>
          <p:nvPr/>
        </p:nvPicPr>
        <p:blipFill>
          <a:blip r:embed="rId9"/>
          <a:stretch>
            <a:fillRect/>
          </a:stretch>
        </p:blipFill>
        <p:spPr>
          <a:xfrm>
            <a:off x="647700" y="3143250"/>
            <a:ext cx="114300" cy="114300"/>
          </a:xfrm>
          <a:prstGeom prst="rect">
            <a:avLst/>
          </a:prstGeom>
        </p:spPr>
      </p:pic>
      <p:pic>
        <p:nvPicPr>
          <p:cNvPr id="9" name="Image 7" descr="preencoded.png"/>
          <p:cNvPicPr>
            <a:picLocks noChangeAspect="1"/>
          </p:cNvPicPr>
          <p:nvPr/>
        </p:nvPicPr>
        <p:blipFill>
          <a:blip r:embed="rId10"/>
          <a:stretch>
            <a:fillRect/>
          </a:stretch>
        </p:blipFill>
        <p:spPr>
          <a:xfrm>
            <a:off x="647700" y="3486150"/>
            <a:ext cx="114300" cy="114300"/>
          </a:xfrm>
          <a:prstGeom prst="rect">
            <a:avLst/>
          </a:prstGeom>
        </p:spPr>
      </p:pic>
      <p:pic>
        <p:nvPicPr>
          <p:cNvPr id="10" name="Image 8" descr="preencoded.png"/>
          <p:cNvPicPr>
            <a:picLocks noChangeAspect="1"/>
          </p:cNvPicPr>
          <p:nvPr/>
        </p:nvPicPr>
        <p:blipFill>
          <a:blip r:embed="rId11"/>
          <a:stretch>
            <a:fillRect/>
          </a:stretch>
        </p:blipFill>
        <p:spPr>
          <a:xfrm>
            <a:off x="647700" y="3829050"/>
            <a:ext cx="114300" cy="114300"/>
          </a:xfrm>
          <a:prstGeom prst="rect">
            <a:avLst/>
          </a:prstGeom>
        </p:spPr>
      </p:pic>
      <p:pic>
        <p:nvPicPr>
          <p:cNvPr id="11" name="Image 9" descr="preencoded.png"/>
          <p:cNvPicPr>
            <a:picLocks noChangeAspect="1"/>
          </p:cNvPicPr>
          <p:nvPr/>
        </p:nvPicPr>
        <p:blipFill>
          <a:blip r:embed="rId12"/>
          <a:stretch>
            <a:fillRect/>
          </a:stretch>
        </p:blipFill>
        <p:spPr>
          <a:xfrm>
            <a:off x="4383085" y="1181100"/>
            <a:ext cx="7366099" cy="4800600"/>
          </a:xfrm>
          <a:prstGeom prst="rect">
            <a:avLst/>
          </a:prstGeom>
        </p:spPr>
      </p:pic>
      <p:pic>
        <p:nvPicPr>
          <p:cNvPr id="12" name="Image 10" descr="preencoded.png"/>
          <p:cNvPicPr>
            <a:picLocks noChangeAspect="1"/>
          </p:cNvPicPr>
          <p:nvPr/>
        </p:nvPicPr>
        <p:blipFill>
          <a:blip r:embed="rId13"/>
          <a:stretch>
            <a:fillRect/>
          </a:stretch>
        </p:blipFill>
        <p:spPr>
          <a:xfrm>
            <a:off x="4559201" y="1371600"/>
            <a:ext cx="3340150" cy="1943100"/>
          </a:xfrm>
          <a:prstGeom prst="rect">
            <a:avLst/>
          </a:prstGeom>
        </p:spPr>
      </p:pic>
      <p:pic>
        <p:nvPicPr>
          <p:cNvPr id="13" name="Image 11" descr="preencoded.png"/>
          <p:cNvPicPr>
            <a:picLocks noChangeAspect="1"/>
          </p:cNvPicPr>
          <p:nvPr/>
        </p:nvPicPr>
        <p:blipFill>
          <a:blip r:embed="rId14"/>
          <a:stretch>
            <a:fillRect/>
          </a:stretch>
        </p:blipFill>
        <p:spPr>
          <a:xfrm>
            <a:off x="4711601" y="1562100"/>
            <a:ext cx="190500" cy="190500"/>
          </a:xfrm>
          <a:prstGeom prst="rect">
            <a:avLst/>
          </a:prstGeom>
        </p:spPr>
      </p:pic>
      <p:pic>
        <p:nvPicPr>
          <p:cNvPr id="14" name="Image 12" descr="preencoded.png"/>
          <p:cNvPicPr>
            <a:picLocks noChangeAspect="1"/>
          </p:cNvPicPr>
          <p:nvPr/>
        </p:nvPicPr>
        <p:blipFill>
          <a:blip r:embed="rId15"/>
          <a:stretch>
            <a:fillRect/>
          </a:stretch>
        </p:blipFill>
        <p:spPr>
          <a:xfrm>
            <a:off x="4711601" y="1905000"/>
            <a:ext cx="152400" cy="152400"/>
          </a:xfrm>
          <a:prstGeom prst="rect">
            <a:avLst/>
          </a:prstGeom>
        </p:spPr>
      </p:pic>
      <p:pic>
        <p:nvPicPr>
          <p:cNvPr id="15" name="Image 13" descr="preencoded.png"/>
          <p:cNvPicPr>
            <a:picLocks noChangeAspect="1"/>
          </p:cNvPicPr>
          <p:nvPr/>
        </p:nvPicPr>
        <p:blipFill>
          <a:blip r:embed="rId15"/>
          <a:stretch>
            <a:fillRect/>
          </a:stretch>
        </p:blipFill>
        <p:spPr>
          <a:xfrm>
            <a:off x="4711601" y="2438400"/>
            <a:ext cx="152400" cy="152400"/>
          </a:xfrm>
          <a:prstGeom prst="rect">
            <a:avLst/>
          </a:prstGeom>
        </p:spPr>
      </p:pic>
      <p:pic>
        <p:nvPicPr>
          <p:cNvPr id="16" name="Image 14" descr="preencoded.png"/>
          <p:cNvPicPr>
            <a:picLocks noChangeAspect="1"/>
          </p:cNvPicPr>
          <p:nvPr/>
        </p:nvPicPr>
        <p:blipFill>
          <a:blip r:embed="rId16"/>
          <a:stretch>
            <a:fillRect/>
          </a:stretch>
        </p:blipFill>
        <p:spPr>
          <a:xfrm>
            <a:off x="8204150" y="1371600"/>
            <a:ext cx="3340150" cy="1943100"/>
          </a:xfrm>
          <a:prstGeom prst="rect">
            <a:avLst/>
          </a:prstGeom>
        </p:spPr>
      </p:pic>
      <p:pic>
        <p:nvPicPr>
          <p:cNvPr id="17" name="Image 15" descr="preencoded.png"/>
          <p:cNvPicPr>
            <a:picLocks noChangeAspect="1"/>
          </p:cNvPicPr>
          <p:nvPr/>
        </p:nvPicPr>
        <p:blipFill>
          <a:blip r:embed="rId17"/>
          <a:stretch>
            <a:fillRect/>
          </a:stretch>
        </p:blipFill>
        <p:spPr>
          <a:xfrm>
            <a:off x="8356550" y="1562100"/>
            <a:ext cx="238125" cy="190500"/>
          </a:xfrm>
          <a:prstGeom prst="rect">
            <a:avLst/>
          </a:prstGeom>
        </p:spPr>
      </p:pic>
      <p:pic>
        <p:nvPicPr>
          <p:cNvPr id="18" name="Image 16" descr="preencoded.png"/>
          <p:cNvPicPr>
            <a:picLocks noChangeAspect="1"/>
          </p:cNvPicPr>
          <p:nvPr/>
        </p:nvPicPr>
        <p:blipFill>
          <a:blip r:embed="rId18"/>
          <a:stretch>
            <a:fillRect/>
          </a:stretch>
        </p:blipFill>
        <p:spPr>
          <a:xfrm>
            <a:off x="8356550" y="1905000"/>
            <a:ext cx="190500" cy="152400"/>
          </a:xfrm>
          <a:prstGeom prst="rect">
            <a:avLst/>
          </a:prstGeom>
        </p:spPr>
      </p:pic>
      <p:pic>
        <p:nvPicPr>
          <p:cNvPr id="19" name="Image 17" descr="preencoded.png"/>
          <p:cNvPicPr>
            <a:picLocks noChangeAspect="1"/>
          </p:cNvPicPr>
          <p:nvPr/>
        </p:nvPicPr>
        <p:blipFill>
          <a:blip r:embed="rId18"/>
          <a:stretch>
            <a:fillRect/>
          </a:stretch>
        </p:blipFill>
        <p:spPr>
          <a:xfrm>
            <a:off x="8356550" y="2438400"/>
            <a:ext cx="190500" cy="152400"/>
          </a:xfrm>
          <a:prstGeom prst="rect">
            <a:avLst/>
          </a:prstGeom>
        </p:spPr>
      </p:pic>
      <p:pic>
        <p:nvPicPr>
          <p:cNvPr id="20" name="Image 18" descr="preencoded.png"/>
          <p:cNvPicPr>
            <a:picLocks noChangeAspect="1"/>
          </p:cNvPicPr>
          <p:nvPr/>
        </p:nvPicPr>
        <p:blipFill>
          <a:blip r:embed="rId18"/>
          <a:stretch>
            <a:fillRect/>
          </a:stretch>
        </p:blipFill>
        <p:spPr>
          <a:xfrm>
            <a:off x="8356550" y="2743200"/>
            <a:ext cx="190500" cy="152400"/>
          </a:xfrm>
          <a:prstGeom prst="rect">
            <a:avLst/>
          </a:prstGeom>
        </p:spPr>
      </p:pic>
      <p:pic>
        <p:nvPicPr>
          <p:cNvPr id="21" name="Image 19" descr="preencoded.png"/>
          <p:cNvPicPr>
            <a:picLocks noChangeAspect="1"/>
          </p:cNvPicPr>
          <p:nvPr/>
        </p:nvPicPr>
        <p:blipFill>
          <a:blip r:embed="rId19"/>
          <a:stretch>
            <a:fillRect/>
          </a:stretch>
        </p:blipFill>
        <p:spPr>
          <a:xfrm>
            <a:off x="6741914" y="3876675"/>
            <a:ext cx="2619375" cy="19050"/>
          </a:xfrm>
          <a:prstGeom prst="rect">
            <a:avLst/>
          </a:prstGeom>
        </p:spPr>
      </p:pic>
      <p:pic>
        <p:nvPicPr>
          <p:cNvPr id="22" name="Image 20" descr="preencoded.png"/>
          <p:cNvPicPr>
            <a:picLocks noChangeAspect="1"/>
          </p:cNvPicPr>
          <p:nvPr/>
        </p:nvPicPr>
        <p:blipFill>
          <a:blip r:embed="rId20"/>
          <a:stretch>
            <a:fillRect/>
          </a:stretch>
        </p:blipFill>
        <p:spPr>
          <a:xfrm>
            <a:off x="4559201" y="4457700"/>
            <a:ext cx="6985099" cy="1333500"/>
          </a:xfrm>
          <a:prstGeom prst="rect">
            <a:avLst/>
          </a:prstGeom>
        </p:spPr>
      </p:pic>
      <p:pic>
        <p:nvPicPr>
          <p:cNvPr id="23" name="Image 21" descr="preencoded.png"/>
          <p:cNvPicPr>
            <a:picLocks noChangeAspect="1"/>
          </p:cNvPicPr>
          <p:nvPr/>
        </p:nvPicPr>
        <p:blipFill>
          <a:blip r:embed="rId21"/>
          <a:stretch>
            <a:fillRect/>
          </a:stretch>
        </p:blipFill>
        <p:spPr>
          <a:xfrm>
            <a:off x="4711601" y="4648200"/>
            <a:ext cx="190500" cy="190500"/>
          </a:xfrm>
          <a:prstGeom prst="rect">
            <a:avLst/>
          </a:prstGeom>
        </p:spPr>
      </p:pic>
      <p:pic>
        <p:nvPicPr>
          <p:cNvPr id="24" name="Image 22" descr="preencoded.png"/>
          <p:cNvPicPr>
            <a:picLocks noChangeAspect="1"/>
          </p:cNvPicPr>
          <p:nvPr/>
        </p:nvPicPr>
        <p:blipFill>
          <a:blip r:embed="rId22"/>
          <a:stretch>
            <a:fillRect/>
          </a:stretch>
        </p:blipFill>
        <p:spPr>
          <a:xfrm>
            <a:off x="5232797" y="4953000"/>
            <a:ext cx="457200" cy="457200"/>
          </a:xfrm>
          <a:prstGeom prst="rect">
            <a:avLst/>
          </a:prstGeom>
        </p:spPr>
      </p:pic>
      <p:pic>
        <p:nvPicPr>
          <p:cNvPr id="25" name="Image 23" descr="preencoded.png"/>
          <p:cNvPicPr>
            <a:picLocks noChangeAspect="1"/>
          </p:cNvPicPr>
          <p:nvPr/>
        </p:nvPicPr>
        <p:blipFill>
          <a:blip r:embed="rId23"/>
          <a:stretch>
            <a:fillRect/>
          </a:stretch>
        </p:blipFill>
        <p:spPr>
          <a:xfrm>
            <a:off x="5366147" y="5048250"/>
            <a:ext cx="190500" cy="266700"/>
          </a:xfrm>
          <a:prstGeom prst="rect">
            <a:avLst/>
          </a:prstGeom>
        </p:spPr>
      </p:pic>
      <p:pic>
        <p:nvPicPr>
          <p:cNvPr id="26" name="Image 24" descr="preencoded.png"/>
          <p:cNvPicPr>
            <a:picLocks noChangeAspect="1"/>
          </p:cNvPicPr>
          <p:nvPr/>
        </p:nvPicPr>
        <p:blipFill>
          <a:blip r:embed="rId24"/>
          <a:stretch>
            <a:fillRect/>
          </a:stretch>
        </p:blipFill>
        <p:spPr>
          <a:xfrm>
            <a:off x="6243042" y="5219700"/>
            <a:ext cx="133350" cy="152400"/>
          </a:xfrm>
          <a:prstGeom prst="rect">
            <a:avLst/>
          </a:prstGeom>
        </p:spPr>
      </p:pic>
      <p:pic>
        <p:nvPicPr>
          <p:cNvPr id="27" name="Image 25" descr="preencoded.png"/>
          <p:cNvPicPr>
            <a:picLocks noChangeAspect="1"/>
          </p:cNvPicPr>
          <p:nvPr/>
        </p:nvPicPr>
        <p:blipFill>
          <a:blip r:embed="rId25"/>
          <a:stretch>
            <a:fillRect/>
          </a:stretch>
        </p:blipFill>
        <p:spPr>
          <a:xfrm>
            <a:off x="6632377" y="4953000"/>
            <a:ext cx="457200" cy="457200"/>
          </a:xfrm>
          <a:prstGeom prst="rect">
            <a:avLst/>
          </a:prstGeom>
        </p:spPr>
      </p:pic>
      <p:pic>
        <p:nvPicPr>
          <p:cNvPr id="28" name="Image 26" descr="preencoded.png"/>
          <p:cNvPicPr>
            <a:picLocks noChangeAspect="1"/>
          </p:cNvPicPr>
          <p:nvPr/>
        </p:nvPicPr>
        <p:blipFill>
          <a:blip r:embed="rId26"/>
          <a:stretch>
            <a:fillRect/>
          </a:stretch>
        </p:blipFill>
        <p:spPr>
          <a:xfrm>
            <a:off x="6765727" y="5048250"/>
            <a:ext cx="190500" cy="266700"/>
          </a:xfrm>
          <a:prstGeom prst="rect">
            <a:avLst/>
          </a:prstGeom>
        </p:spPr>
      </p:pic>
      <p:pic>
        <p:nvPicPr>
          <p:cNvPr id="29" name="Image 27" descr="preencoded.png"/>
          <p:cNvPicPr>
            <a:picLocks noChangeAspect="1"/>
          </p:cNvPicPr>
          <p:nvPr/>
        </p:nvPicPr>
        <p:blipFill>
          <a:blip r:embed="rId24"/>
          <a:stretch>
            <a:fillRect/>
          </a:stretch>
        </p:blipFill>
        <p:spPr>
          <a:xfrm>
            <a:off x="7345561" y="5219700"/>
            <a:ext cx="133350" cy="152400"/>
          </a:xfrm>
          <a:prstGeom prst="rect">
            <a:avLst/>
          </a:prstGeom>
        </p:spPr>
      </p:pic>
      <p:pic>
        <p:nvPicPr>
          <p:cNvPr id="30" name="Image 28" descr="preencoded.png"/>
          <p:cNvPicPr>
            <a:picLocks noChangeAspect="1"/>
          </p:cNvPicPr>
          <p:nvPr/>
        </p:nvPicPr>
        <p:blipFill>
          <a:blip r:embed="rId27"/>
          <a:stretch>
            <a:fillRect/>
          </a:stretch>
        </p:blipFill>
        <p:spPr>
          <a:xfrm>
            <a:off x="7679829" y="4953000"/>
            <a:ext cx="457200" cy="457200"/>
          </a:xfrm>
          <a:prstGeom prst="rect">
            <a:avLst/>
          </a:prstGeom>
        </p:spPr>
      </p:pic>
      <p:pic>
        <p:nvPicPr>
          <p:cNvPr id="31" name="Image 29" descr="preencoded.png"/>
          <p:cNvPicPr>
            <a:picLocks noChangeAspect="1"/>
          </p:cNvPicPr>
          <p:nvPr/>
        </p:nvPicPr>
        <p:blipFill>
          <a:blip r:embed="rId28"/>
          <a:stretch>
            <a:fillRect/>
          </a:stretch>
        </p:blipFill>
        <p:spPr>
          <a:xfrm>
            <a:off x="7789366" y="5048250"/>
            <a:ext cx="238125" cy="266700"/>
          </a:xfrm>
          <a:prstGeom prst="rect">
            <a:avLst/>
          </a:prstGeom>
        </p:spPr>
      </p:pic>
      <p:pic>
        <p:nvPicPr>
          <p:cNvPr id="32" name="Image 30" descr="preencoded.png"/>
          <p:cNvPicPr>
            <a:picLocks noChangeAspect="1"/>
          </p:cNvPicPr>
          <p:nvPr/>
        </p:nvPicPr>
        <p:blipFill>
          <a:blip r:embed="rId24"/>
          <a:stretch>
            <a:fillRect/>
          </a:stretch>
        </p:blipFill>
        <p:spPr>
          <a:xfrm>
            <a:off x="8337947" y="5219700"/>
            <a:ext cx="133350" cy="152400"/>
          </a:xfrm>
          <a:prstGeom prst="rect">
            <a:avLst/>
          </a:prstGeom>
        </p:spPr>
      </p:pic>
      <p:pic>
        <p:nvPicPr>
          <p:cNvPr id="33" name="Image 31" descr="preencoded.png"/>
          <p:cNvPicPr>
            <a:picLocks noChangeAspect="1"/>
          </p:cNvPicPr>
          <p:nvPr/>
        </p:nvPicPr>
        <p:blipFill>
          <a:blip r:embed="rId29"/>
          <a:stretch>
            <a:fillRect/>
          </a:stretch>
        </p:blipFill>
        <p:spPr>
          <a:xfrm>
            <a:off x="8983414" y="4953000"/>
            <a:ext cx="457200" cy="457200"/>
          </a:xfrm>
          <a:prstGeom prst="rect">
            <a:avLst/>
          </a:prstGeom>
        </p:spPr>
      </p:pic>
      <p:pic>
        <p:nvPicPr>
          <p:cNvPr id="34" name="Image 32" descr="preencoded.png"/>
          <p:cNvPicPr>
            <a:picLocks noChangeAspect="1"/>
          </p:cNvPicPr>
          <p:nvPr/>
        </p:nvPicPr>
        <p:blipFill>
          <a:blip r:embed="rId30"/>
          <a:stretch>
            <a:fillRect/>
          </a:stretch>
        </p:blipFill>
        <p:spPr>
          <a:xfrm>
            <a:off x="9116764" y="5048250"/>
            <a:ext cx="190500" cy="266700"/>
          </a:xfrm>
          <a:prstGeom prst="rect">
            <a:avLst/>
          </a:prstGeom>
        </p:spPr>
      </p:pic>
      <p:pic>
        <p:nvPicPr>
          <p:cNvPr id="35" name="Image 33" descr="preencoded.png"/>
          <p:cNvPicPr>
            <a:picLocks noChangeAspect="1"/>
          </p:cNvPicPr>
          <p:nvPr/>
        </p:nvPicPr>
        <p:blipFill>
          <a:blip r:embed="rId24"/>
          <a:stretch>
            <a:fillRect/>
          </a:stretch>
        </p:blipFill>
        <p:spPr>
          <a:xfrm>
            <a:off x="9952881" y="5219700"/>
            <a:ext cx="133350" cy="152400"/>
          </a:xfrm>
          <a:prstGeom prst="rect">
            <a:avLst/>
          </a:prstGeom>
        </p:spPr>
      </p:pic>
      <p:pic>
        <p:nvPicPr>
          <p:cNvPr id="36" name="Image 34" descr="preencoded.png"/>
          <p:cNvPicPr>
            <a:picLocks noChangeAspect="1"/>
          </p:cNvPicPr>
          <p:nvPr/>
        </p:nvPicPr>
        <p:blipFill>
          <a:blip r:embed="rId31"/>
          <a:stretch>
            <a:fillRect/>
          </a:stretch>
        </p:blipFill>
        <p:spPr>
          <a:xfrm>
            <a:off x="10526316" y="4953000"/>
            <a:ext cx="457200" cy="457200"/>
          </a:xfrm>
          <a:prstGeom prst="rect">
            <a:avLst/>
          </a:prstGeom>
        </p:spPr>
      </p:pic>
      <p:pic>
        <p:nvPicPr>
          <p:cNvPr id="37" name="Image 35" descr="preencoded.png"/>
          <p:cNvPicPr>
            <a:picLocks noChangeAspect="1"/>
          </p:cNvPicPr>
          <p:nvPr/>
        </p:nvPicPr>
        <p:blipFill>
          <a:blip r:embed="rId32"/>
          <a:stretch>
            <a:fillRect/>
          </a:stretch>
        </p:blipFill>
        <p:spPr>
          <a:xfrm>
            <a:off x="10659666" y="5048250"/>
            <a:ext cx="190500" cy="266700"/>
          </a:xfrm>
          <a:prstGeom prst="rect">
            <a:avLst/>
          </a:prstGeom>
        </p:spPr>
      </p:pic>
      <p:pic>
        <p:nvPicPr>
          <p:cNvPr id="38" name="Image 36" descr="preencoded.png"/>
          <p:cNvPicPr>
            <a:picLocks noChangeAspect="1"/>
          </p:cNvPicPr>
          <p:nvPr/>
        </p:nvPicPr>
        <p:blipFill>
          <a:blip r:embed="rId33"/>
          <a:stretch>
            <a:fillRect/>
          </a:stretch>
        </p:blipFill>
        <p:spPr>
          <a:xfrm>
            <a:off x="0" y="6781800"/>
            <a:ext cx="12192000" cy="76200"/>
          </a:xfrm>
          <a:prstGeom prst="rect">
            <a:avLst/>
          </a:prstGeom>
        </p:spPr>
      </p:pic>
      <p:sp>
        <p:nvSpPr>
          <p:cNvPr id="39"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Kiến trúc </a:t>
            </a:r>
            <a:r>
              <a:rPr lang="en-US" sz="2700" b="1" dirty="0">
                <a:solidFill>
                  <a:srgbClr val="FF7F50"/>
                </a:solidFill>
                <a:latin typeface="ui-sans-serif" pitchFamily="34" charset="0"/>
                <a:ea typeface="ui-sans-serif" pitchFamily="34" charset="-122"/>
                <a:cs typeface="ui-sans-serif" pitchFamily="34" charset="-120"/>
              </a:rPr>
              <a:t>hệ thống</a:t>
            </a:r>
            <a:endParaRPr lang="en-US" sz="2700" dirty="0"/>
          </a:p>
        </p:txBody>
      </p:sp>
      <p:sp>
        <p:nvSpPr>
          <p:cNvPr id="40" name="Text 1"/>
          <p:cNvSpPr/>
          <p:nvPr/>
        </p:nvSpPr>
        <p:spPr>
          <a:xfrm>
            <a:off x="981075" y="1371600"/>
            <a:ext cx="3962281"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Tổng quan kiến trúc</a:t>
            </a:r>
            <a:endParaRPr lang="en-US" sz="1800" dirty="0"/>
          </a:p>
        </p:txBody>
      </p:sp>
      <p:sp>
        <p:nvSpPr>
          <p:cNvPr id="41" name="Text 2"/>
          <p:cNvSpPr/>
          <p:nvPr/>
        </p:nvSpPr>
        <p:spPr>
          <a:xfrm>
            <a:off x="647700" y="1790700"/>
            <a:ext cx="3301901"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Hệ thống được thiết kế với kiến trúc hai phần chính: Backend và Frontend, đảm bảo quá trình huấn luyện mô hình mạnh mẽ và triển khai ứng dụng web thời gian thực hiệu quả.</a:t>
            </a:r>
            <a:endParaRPr lang="en-US" sz="1200" dirty="0"/>
          </a:p>
        </p:txBody>
      </p:sp>
      <p:sp>
        <p:nvSpPr>
          <p:cNvPr id="42" name="Text 3"/>
          <p:cNvSpPr/>
          <p:nvPr/>
        </p:nvSpPr>
        <p:spPr>
          <a:xfrm>
            <a:off x="838200" y="3086100"/>
            <a:ext cx="782062"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Backend</a:t>
            </a:r>
            <a:endParaRPr lang="en-US" sz="1200" dirty="0"/>
          </a:p>
        </p:txBody>
      </p:sp>
      <p:sp>
        <p:nvSpPr>
          <p:cNvPr id="43" name="Text 4"/>
          <p:cNvSpPr/>
          <p:nvPr/>
        </p:nvSpPr>
        <p:spPr>
          <a:xfrm>
            <a:off x="838200" y="3429000"/>
            <a:ext cx="80706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Frontend</a:t>
            </a:r>
            <a:endParaRPr lang="en-US" sz="1200" dirty="0"/>
          </a:p>
        </p:txBody>
      </p:sp>
      <p:sp>
        <p:nvSpPr>
          <p:cNvPr id="44" name="Text 5"/>
          <p:cNvSpPr/>
          <p:nvPr/>
        </p:nvSpPr>
        <p:spPr>
          <a:xfrm>
            <a:off x="838200" y="3771900"/>
            <a:ext cx="1236762"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Luồng dữ liệu</a:t>
            </a:r>
            <a:endParaRPr lang="en-US" sz="1200" dirty="0"/>
          </a:p>
        </p:txBody>
      </p:sp>
      <p:sp>
        <p:nvSpPr>
          <p:cNvPr id="45" name="Text 6"/>
          <p:cNvSpPr/>
          <p:nvPr/>
        </p:nvSpPr>
        <p:spPr>
          <a:xfrm>
            <a:off x="4978301" y="1524000"/>
            <a:ext cx="30353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Backend</a:t>
            </a:r>
            <a:endParaRPr lang="en-US" sz="1500" dirty="0"/>
          </a:p>
        </p:txBody>
      </p:sp>
      <p:sp>
        <p:nvSpPr>
          <p:cNvPr id="46" name="Text 7"/>
          <p:cNvSpPr/>
          <p:nvPr/>
        </p:nvSpPr>
        <p:spPr>
          <a:xfrm>
            <a:off x="4940201" y="1866900"/>
            <a:ext cx="28067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Python, TensorFlow/Keras để huấn luyện mô hình</a:t>
            </a:r>
            <a:endParaRPr lang="en-US" sz="1200" dirty="0"/>
          </a:p>
        </p:txBody>
      </p:sp>
      <p:sp>
        <p:nvSpPr>
          <p:cNvPr id="47" name="Text 8"/>
          <p:cNvSpPr/>
          <p:nvPr/>
        </p:nvSpPr>
        <p:spPr>
          <a:xfrm>
            <a:off x="4940201" y="2400300"/>
            <a:ext cx="28067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Chuyển đổi mô hình sang TensorFlow.js</a:t>
            </a:r>
            <a:endParaRPr lang="en-US" sz="1200" dirty="0"/>
          </a:p>
        </p:txBody>
      </p:sp>
      <p:sp>
        <p:nvSpPr>
          <p:cNvPr id="48" name="Text 9"/>
          <p:cNvSpPr/>
          <p:nvPr/>
        </p:nvSpPr>
        <p:spPr>
          <a:xfrm>
            <a:off x="8670875" y="1524000"/>
            <a:ext cx="30353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Frontend</a:t>
            </a:r>
            <a:endParaRPr lang="en-US" sz="1500" dirty="0"/>
          </a:p>
        </p:txBody>
      </p:sp>
      <p:sp>
        <p:nvSpPr>
          <p:cNvPr id="49" name="Text 10"/>
          <p:cNvSpPr/>
          <p:nvPr/>
        </p:nvSpPr>
        <p:spPr>
          <a:xfrm>
            <a:off x="8623250" y="1866900"/>
            <a:ext cx="27686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Web app HTML, JavaScript, TensorFlow.js</a:t>
            </a:r>
            <a:endParaRPr lang="en-US" sz="1200" dirty="0"/>
          </a:p>
        </p:txBody>
      </p:sp>
      <p:sp>
        <p:nvSpPr>
          <p:cNvPr id="50" name="Text 11"/>
          <p:cNvSpPr/>
          <p:nvPr/>
        </p:nvSpPr>
        <p:spPr>
          <a:xfrm>
            <a:off x="8623250" y="2400300"/>
            <a:ext cx="326773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BlazeFace cho phát hiện khuôn mặt</a:t>
            </a:r>
            <a:endParaRPr lang="en-US" sz="1200" dirty="0"/>
          </a:p>
        </p:txBody>
      </p:sp>
      <p:sp>
        <p:nvSpPr>
          <p:cNvPr id="51" name="Text 12"/>
          <p:cNvSpPr/>
          <p:nvPr/>
        </p:nvSpPr>
        <p:spPr>
          <a:xfrm>
            <a:off x="8623250" y="2705100"/>
            <a:ext cx="27686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Web Audio API cho phân tích âm thanh</a:t>
            </a:r>
            <a:endParaRPr lang="en-US" sz="1200" dirty="0"/>
          </a:p>
        </p:txBody>
      </p:sp>
      <p:sp>
        <p:nvSpPr>
          <p:cNvPr id="52" name="Text 13"/>
          <p:cNvSpPr/>
          <p:nvPr/>
        </p:nvSpPr>
        <p:spPr>
          <a:xfrm>
            <a:off x="4978301" y="4610100"/>
            <a:ext cx="6680299"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Luồng dữ liệu</a:t>
            </a:r>
            <a:endParaRPr lang="en-US" sz="1500" dirty="0"/>
          </a:p>
        </p:txBody>
      </p:sp>
      <p:sp>
        <p:nvSpPr>
          <p:cNvPr id="53" name="Text 14"/>
          <p:cNvSpPr/>
          <p:nvPr/>
        </p:nvSpPr>
        <p:spPr>
          <a:xfrm>
            <a:off x="4653067" y="5448300"/>
            <a:ext cx="1616809"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Huấn luyện mô hình</a:t>
            </a:r>
            <a:endParaRPr lang="en-US" sz="1050" dirty="0"/>
          </a:p>
        </p:txBody>
      </p:sp>
      <p:sp>
        <p:nvSpPr>
          <p:cNvPr id="54" name="Text 15"/>
          <p:cNvSpPr/>
          <p:nvPr/>
        </p:nvSpPr>
        <p:spPr>
          <a:xfrm>
            <a:off x="6408956" y="5448300"/>
            <a:ext cx="904042"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Chuyển đổi</a:t>
            </a:r>
            <a:endParaRPr lang="en-US" sz="1050" dirty="0"/>
          </a:p>
        </p:txBody>
      </p:sp>
      <p:sp>
        <p:nvSpPr>
          <p:cNvPr id="55" name="Text 16"/>
          <p:cNvSpPr/>
          <p:nvPr/>
        </p:nvSpPr>
        <p:spPr>
          <a:xfrm>
            <a:off x="7522488" y="5448300"/>
            <a:ext cx="771882"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Triển khai</a:t>
            </a:r>
            <a:endParaRPr lang="en-US" sz="1050" dirty="0"/>
          </a:p>
        </p:txBody>
      </p:sp>
      <p:sp>
        <p:nvSpPr>
          <p:cNvPr id="56" name="Text 17"/>
          <p:cNvSpPr/>
          <p:nvPr/>
        </p:nvSpPr>
        <p:spPr>
          <a:xfrm>
            <a:off x="8452619" y="5448300"/>
            <a:ext cx="151894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Dữ liệu người dùng</a:t>
            </a:r>
            <a:endParaRPr lang="en-US" sz="1050" dirty="0"/>
          </a:p>
        </p:txBody>
      </p:sp>
      <p:sp>
        <p:nvSpPr>
          <p:cNvPr id="57" name="Text 18"/>
          <p:cNvSpPr/>
          <p:nvPr/>
        </p:nvSpPr>
        <p:spPr>
          <a:xfrm>
            <a:off x="10081974" y="5448300"/>
            <a:ext cx="1345883"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Kết quả cảm xúc</a:t>
            </a:r>
            <a:endParaRPr lang="en-US" sz="1050" dirty="0"/>
          </a:p>
        </p:txBody>
      </p:sp>
      <p:sp>
        <p:nvSpPr>
          <p:cNvPr id="58" name="Text 19"/>
          <p:cNvSpPr/>
          <p:nvPr/>
        </p:nvSpPr>
        <p:spPr>
          <a:xfrm>
            <a:off x="457200" y="6210300"/>
            <a:ext cx="132516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4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42"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anim calcmode="lin" valueType="num">
                                      <p:cBhvr>
                                        <p:cTn id="11" dur="1000" fill="hold"/>
                                        <p:tgtEl>
                                          <p:spTgt spid="6"/>
                                        </p:tgtEl>
                                        <p:attrNameLst>
                                          <p:attrName>ppt_x</p:attrName>
                                        </p:attrNameLst>
                                      </p:cBhvr>
                                      <p:tavLst>
                                        <p:tav tm="0">
                                          <p:val>
                                            <p:strVal val="#ppt_x"/>
                                          </p:val>
                                        </p:tav>
                                        <p:tav tm="100000">
                                          <p:val>
                                            <p:strVal val="#ppt_x"/>
                                          </p:val>
                                        </p:tav>
                                      </p:tavLst>
                                    </p:anim>
                                    <p:anim calcmode="lin" valueType="num">
                                      <p:cBhvr>
                                        <p:cTn id="12" dur="1000" fill="hold"/>
                                        <p:tgtEl>
                                          <p:spTgt spid="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1000"/>
                                        <p:tgtEl>
                                          <p:spTgt spid="40"/>
                                        </p:tgtEl>
                                      </p:cBhvr>
                                    </p:animEffect>
                                    <p:anim calcmode="lin" valueType="num">
                                      <p:cBhvr>
                                        <p:cTn id="16" dur="1000" fill="hold"/>
                                        <p:tgtEl>
                                          <p:spTgt spid="40"/>
                                        </p:tgtEl>
                                        <p:attrNameLst>
                                          <p:attrName>ppt_x</p:attrName>
                                        </p:attrNameLst>
                                      </p:cBhvr>
                                      <p:tavLst>
                                        <p:tav tm="0">
                                          <p:val>
                                            <p:strVal val="#ppt_x"/>
                                          </p:val>
                                        </p:tav>
                                        <p:tav tm="100000">
                                          <p:val>
                                            <p:strVal val="#ppt_x"/>
                                          </p:val>
                                        </p:tav>
                                      </p:tavLst>
                                    </p:anim>
                                    <p:anim calcmode="lin" valueType="num">
                                      <p:cBhvr>
                                        <p:cTn id="17" dur="1000" fill="hold"/>
                                        <p:tgtEl>
                                          <p:spTgt spid="40"/>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1000"/>
                                        <p:tgtEl>
                                          <p:spTgt spid="41"/>
                                        </p:tgtEl>
                                      </p:cBhvr>
                                    </p:animEffect>
                                    <p:anim calcmode="lin" valueType="num">
                                      <p:cBhvr>
                                        <p:cTn id="26" dur="1000" fill="hold"/>
                                        <p:tgtEl>
                                          <p:spTgt spid="41"/>
                                        </p:tgtEl>
                                        <p:attrNameLst>
                                          <p:attrName>ppt_x</p:attrName>
                                        </p:attrNameLst>
                                      </p:cBhvr>
                                      <p:tavLst>
                                        <p:tav tm="0">
                                          <p:val>
                                            <p:strVal val="#ppt_x"/>
                                          </p:val>
                                        </p:tav>
                                        <p:tav tm="100000">
                                          <p:val>
                                            <p:strVal val="#ppt_x"/>
                                          </p:val>
                                        </p:tav>
                                      </p:tavLst>
                                    </p:anim>
                                    <p:anim calcmode="lin" valueType="num">
                                      <p:cBhvr>
                                        <p:cTn id="27" dur="1000" fill="hold"/>
                                        <p:tgtEl>
                                          <p:spTgt spid="41"/>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1000"/>
                                        <p:tgtEl>
                                          <p:spTgt spid="42"/>
                                        </p:tgtEl>
                                      </p:cBhvr>
                                    </p:animEffect>
                                    <p:anim calcmode="lin" valueType="num">
                                      <p:cBhvr>
                                        <p:cTn id="31" dur="1000" fill="hold"/>
                                        <p:tgtEl>
                                          <p:spTgt spid="42"/>
                                        </p:tgtEl>
                                        <p:attrNameLst>
                                          <p:attrName>ppt_x</p:attrName>
                                        </p:attrNameLst>
                                      </p:cBhvr>
                                      <p:tavLst>
                                        <p:tav tm="0">
                                          <p:val>
                                            <p:strVal val="#ppt_x"/>
                                          </p:val>
                                        </p:tav>
                                        <p:tav tm="100000">
                                          <p:val>
                                            <p:strVal val="#ppt_x"/>
                                          </p:val>
                                        </p:tav>
                                      </p:tavLst>
                                    </p:anim>
                                    <p:anim calcmode="lin" valueType="num">
                                      <p:cBhvr>
                                        <p:cTn id="32" dur="1000" fill="hold"/>
                                        <p:tgtEl>
                                          <p:spTgt spid="42"/>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1000"/>
                                        <p:tgtEl>
                                          <p:spTgt spid="43"/>
                                        </p:tgtEl>
                                      </p:cBhvr>
                                    </p:animEffect>
                                    <p:anim calcmode="lin" valueType="num">
                                      <p:cBhvr>
                                        <p:cTn id="36" dur="1000" fill="hold"/>
                                        <p:tgtEl>
                                          <p:spTgt spid="43"/>
                                        </p:tgtEl>
                                        <p:attrNameLst>
                                          <p:attrName>ppt_x</p:attrName>
                                        </p:attrNameLst>
                                      </p:cBhvr>
                                      <p:tavLst>
                                        <p:tav tm="0">
                                          <p:val>
                                            <p:strVal val="#ppt_x"/>
                                          </p:val>
                                        </p:tav>
                                        <p:tav tm="100000">
                                          <p:val>
                                            <p:strVal val="#ppt_x"/>
                                          </p:val>
                                        </p:tav>
                                      </p:tavLst>
                                    </p:anim>
                                    <p:anim calcmode="lin" valueType="num">
                                      <p:cBhvr>
                                        <p:cTn id="37" dur="1000" fill="hold"/>
                                        <p:tgtEl>
                                          <p:spTgt spid="43"/>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1000"/>
                                        <p:tgtEl>
                                          <p:spTgt spid="9"/>
                                        </p:tgtEl>
                                      </p:cBhvr>
                                    </p:animEffect>
                                    <p:anim calcmode="lin" valueType="num">
                                      <p:cBhvr>
                                        <p:cTn id="41" dur="1000" fill="hold"/>
                                        <p:tgtEl>
                                          <p:spTgt spid="9"/>
                                        </p:tgtEl>
                                        <p:attrNameLst>
                                          <p:attrName>ppt_x</p:attrName>
                                        </p:attrNameLst>
                                      </p:cBhvr>
                                      <p:tavLst>
                                        <p:tav tm="0">
                                          <p:val>
                                            <p:strVal val="#ppt_x"/>
                                          </p:val>
                                        </p:tav>
                                        <p:tav tm="100000">
                                          <p:val>
                                            <p:strVal val="#ppt_x"/>
                                          </p:val>
                                        </p:tav>
                                      </p:tavLst>
                                    </p:anim>
                                    <p:anim calcmode="lin" valueType="num">
                                      <p:cBhvr>
                                        <p:cTn id="42" dur="1000" fill="hold"/>
                                        <p:tgtEl>
                                          <p:spTgt spid="9"/>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1000"/>
                                        <p:tgtEl>
                                          <p:spTgt spid="44"/>
                                        </p:tgtEl>
                                      </p:cBhvr>
                                    </p:animEffect>
                                    <p:anim calcmode="lin" valueType="num">
                                      <p:cBhvr>
                                        <p:cTn id="46" dur="1000" fill="hold"/>
                                        <p:tgtEl>
                                          <p:spTgt spid="44"/>
                                        </p:tgtEl>
                                        <p:attrNameLst>
                                          <p:attrName>ppt_x</p:attrName>
                                        </p:attrNameLst>
                                      </p:cBhvr>
                                      <p:tavLst>
                                        <p:tav tm="0">
                                          <p:val>
                                            <p:strVal val="#ppt_x"/>
                                          </p:val>
                                        </p:tav>
                                        <p:tav tm="100000">
                                          <p:val>
                                            <p:strVal val="#ppt_x"/>
                                          </p:val>
                                        </p:tav>
                                      </p:tavLst>
                                    </p:anim>
                                    <p:anim calcmode="lin" valueType="num">
                                      <p:cBhvr>
                                        <p:cTn id="47" dur="1000" fill="hold"/>
                                        <p:tgtEl>
                                          <p:spTgt spid="44"/>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anim calcmode="lin" valueType="num">
                                      <p:cBhvr>
                                        <p:cTn id="51" dur="1000" fill="hold"/>
                                        <p:tgtEl>
                                          <p:spTgt spid="10"/>
                                        </p:tgtEl>
                                        <p:attrNameLst>
                                          <p:attrName>ppt_x</p:attrName>
                                        </p:attrNameLst>
                                      </p:cBhvr>
                                      <p:tavLst>
                                        <p:tav tm="0">
                                          <p:val>
                                            <p:strVal val="#ppt_x"/>
                                          </p:val>
                                        </p:tav>
                                        <p:tav tm="100000">
                                          <p:val>
                                            <p:strVal val="#ppt_x"/>
                                          </p:val>
                                        </p:tav>
                                      </p:tavLst>
                                    </p:anim>
                                    <p:anim calcmode="lin" valueType="num">
                                      <p:cBhvr>
                                        <p:cTn id="52" dur="1000" fill="hold"/>
                                        <p:tgtEl>
                                          <p:spTgt spid="10"/>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1000" fill="hold"/>
                                        <p:tgtEl>
                                          <p:spTgt spid="8"/>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1000"/>
                                        <p:tgtEl>
                                          <p:spTgt spid="45"/>
                                        </p:tgtEl>
                                      </p:cBhvr>
                                    </p:animEffect>
                                    <p:anim calcmode="lin" valueType="num">
                                      <p:cBhvr>
                                        <p:cTn id="61" dur="1000" fill="hold"/>
                                        <p:tgtEl>
                                          <p:spTgt spid="45"/>
                                        </p:tgtEl>
                                        <p:attrNameLst>
                                          <p:attrName>ppt_x</p:attrName>
                                        </p:attrNameLst>
                                      </p:cBhvr>
                                      <p:tavLst>
                                        <p:tav tm="0">
                                          <p:val>
                                            <p:strVal val="#ppt_x"/>
                                          </p:val>
                                        </p:tav>
                                        <p:tav tm="100000">
                                          <p:val>
                                            <p:strVal val="#ppt_x"/>
                                          </p:val>
                                        </p:tav>
                                      </p:tavLst>
                                    </p:anim>
                                    <p:anim calcmode="lin" valueType="num">
                                      <p:cBhvr>
                                        <p:cTn id="62" dur="1000" fill="hold"/>
                                        <p:tgtEl>
                                          <p:spTgt spid="45"/>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1000"/>
                                        <p:tgtEl>
                                          <p:spTgt spid="11"/>
                                        </p:tgtEl>
                                      </p:cBhvr>
                                    </p:animEffect>
                                    <p:anim calcmode="lin" valueType="num">
                                      <p:cBhvr>
                                        <p:cTn id="66" dur="1000" fill="hold"/>
                                        <p:tgtEl>
                                          <p:spTgt spid="11"/>
                                        </p:tgtEl>
                                        <p:attrNameLst>
                                          <p:attrName>ppt_x</p:attrName>
                                        </p:attrNameLst>
                                      </p:cBhvr>
                                      <p:tavLst>
                                        <p:tav tm="0">
                                          <p:val>
                                            <p:strVal val="#ppt_x"/>
                                          </p:val>
                                        </p:tav>
                                        <p:tav tm="100000">
                                          <p:val>
                                            <p:strVal val="#ppt_x"/>
                                          </p:val>
                                        </p:tav>
                                      </p:tavLst>
                                    </p:anim>
                                    <p:anim calcmode="lin" valueType="num">
                                      <p:cBhvr>
                                        <p:cTn id="67" dur="1000" fill="hold"/>
                                        <p:tgtEl>
                                          <p:spTgt spid="11"/>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1000"/>
                                        <p:tgtEl>
                                          <p:spTgt spid="12"/>
                                        </p:tgtEl>
                                      </p:cBhvr>
                                    </p:animEffect>
                                    <p:anim calcmode="lin" valueType="num">
                                      <p:cBhvr>
                                        <p:cTn id="71" dur="1000" fill="hold"/>
                                        <p:tgtEl>
                                          <p:spTgt spid="12"/>
                                        </p:tgtEl>
                                        <p:attrNameLst>
                                          <p:attrName>ppt_x</p:attrName>
                                        </p:attrNameLst>
                                      </p:cBhvr>
                                      <p:tavLst>
                                        <p:tav tm="0">
                                          <p:val>
                                            <p:strVal val="#ppt_x"/>
                                          </p:val>
                                        </p:tav>
                                        <p:tav tm="100000">
                                          <p:val>
                                            <p:strVal val="#ppt_x"/>
                                          </p:val>
                                        </p:tav>
                                      </p:tavLst>
                                    </p:anim>
                                    <p:anim calcmode="lin" valueType="num">
                                      <p:cBhvr>
                                        <p:cTn id="72" dur="1000" fill="hold"/>
                                        <p:tgtEl>
                                          <p:spTgt spid="12"/>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fade">
                                      <p:cBhvr>
                                        <p:cTn id="75" dur="1000"/>
                                        <p:tgtEl>
                                          <p:spTgt spid="13"/>
                                        </p:tgtEl>
                                      </p:cBhvr>
                                    </p:animEffect>
                                    <p:anim calcmode="lin" valueType="num">
                                      <p:cBhvr>
                                        <p:cTn id="76" dur="1000" fill="hold"/>
                                        <p:tgtEl>
                                          <p:spTgt spid="13"/>
                                        </p:tgtEl>
                                        <p:attrNameLst>
                                          <p:attrName>ppt_x</p:attrName>
                                        </p:attrNameLst>
                                      </p:cBhvr>
                                      <p:tavLst>
                                        <p:tav tm="0">
                                          <p:val>
                                            <p:strVal val="#ppt_x"/>
                                          </p:val>
                                        </p:tav>
                                        <p:tav tm="100000">
                                          <p:val>
                                            <p:strVal val="#ppt_x"/>
                                          </p:val>
                                        </p:tav>
                                      </p:tavLst>
                                    </p:anim>
                                    <p:anim calcmode="lin" valueType="num">
                                      <p:cBhvr>
                                        <p:cTn id="77" dur="1000" fill="hold"/>
                                        <p:tgtEl>
                                          <p:spTgt spid="13"/>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fade">
                                      <p:cBhvr>
                                        <p:cTn id="80" dur="1000"/>
                                        <p:tgtEl>
                                          <p:spTgt spid="14"/>
                                        </p:tgtEl>
                                      </p:cBhvr>
                                    </p:animEffect>
                                    <p:anim calcmode="lin" valueType="num">
                                      <p:cBhvr>
                                        <p:cTn id="81" dur="1000" fill="hold"/>
                                        <p:tgtEl>
                                          <p:spTgt spid="14"/>
                                        </p:tgtEl>
                                        <p:attrNameLst>
                                          <p:attrName>ppt_x</p:attrName>
                                        </p:attrNameLst>
                                      </p:cBhvr>
                                      <p:tavLst>
                                        <p:tav tm="0">
                                          <p:val>
                                            <p:strVal val="#ppt_x"/>
                                          </p:val>
                                        </p:tav>
                                        <p:tav tm="100000">
                                          <p:val>
                                            <p:strVal val="#ppt_x"/>
                                          </p:val>
                                        </p:tav>
                                      </p:tavLst>
                                    </p:anim>
                                    <p:anim calcmode="lin" valueType="num">
                                      <p:cBhvr>
                                        <p:cTn id="82" dur="1000" fill="hold"/>
                                        <p:tgtEl>
                                          <p:spTgt spid="14"/>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46"/>
                                        </p:tgtEl>
                                        <p:attrNameLst>
                                          <p:attrName>style.visibility</p:attrName>
                                        </p:attrNameLst>
                                      </p:cBhvr>
                                      <p:to>
                                        <p:strVal val="visible"/>
                                      </p:to>
                                    </p:set>
                                    <p:animEffect transition="in" filter="fade">
                                      <p:cBhvr>
                                        <p:cTn id="85" dur="1000"/>
                                        <p:tgtEl>
                                          <p:spTgt spid="46"/>
                                        </p:tgtEl>
                                      </p:cBhvr>
                                    </p:animEffect>
                                    <p:anim calcmode="lin" valueType="num">
                                      <p:cBhvr>
                                        <p:cTn id="86" dur="1000" fill="hold"/>
                                        <p:tgtEl>
                                          <p:spTgt spid="46"/>
                                        </p:tgtEl>
                                        <p:attrNameLst>
                                          <p:attrName>ppt_x</p:attrName>
                                        </p:attrNameLst>
                                      </p:cBhvr>
                                      <p:tavLst>
                                        <p:tav tm="0">
                                          <p:val>
                                            <p:strVal val="#ppt_x"/>
                                          </p:val>
                                        </p:tav>
                                        <p:tav tm="100000">
                                          <p:val>
                                            <p:strVal val="#ppt_x"/>
                                          </p:val>
                                        </p:tav>
                                      </p:tavLst>
                                    </p:anim>
                                    <p:anim calcmode="lin" valueType="num">
                                      <p:cBhvr>
                                        <p:cTn id="87" dur="1000" fill="hold"/>
                                        <p:tgtEl>
                                          <p:spTgt spid="46"/>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fade">
                                      <p:cBhvr>
                                        <p:cTn id="90" dur="1000"/>
                                        <p:tgtEl>
                                          <p:spTgt spid="47"/>
                                        </p:tgtEl>
                                      </p:cBhvr>
                                    </p:animEffect>
                                    <p:anim calcmode="lin" valueType="num">
                                      <p:cBhvr>
                                        <p:cTn id="91" dur="1000" fill="hold"/>
                                        <p:tgtEl>
                                          <p:spTgt spid="47"/>
                                        </p:tgtEl>
                                        <p:attrNameLst>
                                          <p:attrName>ppt_x</p:attrName>
                                        </p:attrNameLst>
                                      </p:cBhvr>
                                      <p:tavLst>
                                        <p:tav tm="0">
                                          <p:val>
                                            <p:strVal val="#ppt_x"/>
                                          </p:val>
                                        </p:tav>
                                        <p:tav tm="100000">
                                          <p:val>
                                            <p:strVal val="#ppt_x"/>
                                          </p:val>
                                        </p:tav>
                                      </p:tavLst>
                                    </p:anim>
                                    <p:anim calcmode="lin" valueType="num">
                                      <p:cBhvr>
                                        <p:cTn id="92" dur="1000" fill="hold"/>
                                        <p:tgtEl>
                                          <p:spTgt spid="47"/>
                                        </p:tgtEl>
                                        <p:attrNameLst>
                                          <p:attrName>ppt_y</p:attrName>
                                        </p:attrNameLst>
                                      </p:cBhvr>
                                      <p:tavLst>
                                        <p:tav tm="0">
                                          <p:val>
                                            <p:strVal val="#ppt_y+.1"/>
                                          </p:val>
                                        </p:tav>
                                        <p:tav tm="100000">
                                          <p:val>
                                            <p:strVal val="#ppt_y"/>
                                          </p:val>
                                        </p:tav>
                                      </p:tavLst>
                                    </p:anim>
                                  </p:childTnLst>
                                </p:cTn>
                              </p:par>
                            </p:childTnLst>
                          </p:cTn>
                        </p:par>
                        <p:par>
                          <p:cTn id="93" fill="hold">
                            <p:stCondLst>
                              <p:cond delay="1000"/>
                            </p:stCondLst>
                            <p:childTnLst>
                              <p:par>
                                <p:cTn id="94" presetID="42" presetClass="entr" presetSubtype="0" fill="hold" nodeType="afterEffect">
                                  <p:stCondLst>
                                    <p:cond delay="0"/>
                                  </p:stCondLst>
                                  <p:childTnLst>
                                    <p:set>
                                      <p:cBhvr>
                                        <p:cTn id="95" dur="1" fill="hold">
                                          <p:stCondLst>
                                            <p:cond delay="0"/>
                                          </p:stCondLst>
                                        </p:cTn>
                                        <p:tgtEl>
                                          <p:spTgt spid="2"/>
                                        </p:tgtEl>
                                        <p:attrNameLst>
                                          <p:attrName>style.visibility</p:attrName>
                                        </p:attrNameLst>
                                      </p:cBhvr>
                                      <p:to>
                                        <p:strVal val="visible"/>
                                      </p:to>
                                    </p:set>
                                    <p:animEffect transition="in" filter="fade">
                                      <p:cBhvr>
                                        <p:cTn id="96" dur="1000"/>
                                        <p:tgtEl>
                                          <p:spTgt spid="2"/>
                                        </p:tgtEl>
                                      </p:cBhvr>
                                    </p:animEffect>
                                    <p:anim calcmode="lin" valueType="num">
                                      <p:cBhvr>
                                        <p:cTn id="97" dur="1000" fill="hold"/>
                                        <p:tgtEl>
                                          <p:spTgt spid="2"/>
                                        </p:tgtEl>
                                        <p:attrNameLst>
                                          <p:attrName>ppt_x</p:attrName>
                                        </p:attrNameLst>
                                      </p:cBhvr>
                                      <p:tavLst>
                                        <p:tav tm="0">
                                          <p:val>
                                            <p:strVal val="#ppt_x"/>
                                          </p:val>
                                        </p:tav>
                                        <p:tav tm="100000">
                                          <p:val>
                                            <p:strVal val="#ppt_x"/>
                                          </p:val>
                                        </p:tav>
                                      </p:tavLst>
                                    </p:anim>
                                    <p:anim calcmode="lin" valueType="num">
                                      <p:cBhvr>
                                        <p:cTn id="98" dur="1000" fill="hold"/>
                                        <p:tgtEl>
                                          <p:spTgt spid="2"/>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15"/>
                                        </p:tgtEl>
                                        <p:attrNameLst>
                                          <p:attrName>style.visibility</p:attrName>
                                        </p:attrNameLst>
                                      </p:cBhvr>
                                      <p:to>
                                        <p:strVal val="visible"/>
                                      </p:to>
                                    </p:set>
                                    <p:animEffect transition="in" filter="fade">
                                      <p:cBhvr>
                                        <p:cTn id="101" dur="1000"/>
                                        <p:tgtEl>
                                          <p:spTgt spid="15"/>
                                        </p:tgtEl>
                                      </p:cBhvr>
                                    </p:animEffect>
                                    <p:anim calcmode="lin" valueType="num">
                                      <p:cBhvr>
                                        <p:cTn id="102" dur="1000" fill="hold"/>
                                        <p:tgtEl>
                                          <p:spTgt spid="15"/>
                                        </p:tgtEl>
                                        <p:attrNameLst>
                                          <p:attrName>ppt_x</p:attrName>
                                        </p:attrNameLst>
                                      </p:cBhvr>
                                      <p:tavLst>
                                        <p:tav tm="0">
                                          <p:val>
                                            <p:strVal val="#ppt_x"/>
                                          </p:val>
                                        </p:tav>
                                        <p:tav tm="100000">
                                          <p:val>
                                            <p:strVal val="#ppt_x"/>
                                          </p:val>
                                        </p:tav>
                                      </p:tavLst>
                                    </p:anim>
                                    <p:anim calcmode="lin" valueType="num">
                                      <p:cBhvr>
                                        <p:cTn id="10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48"/>
                                        </p:tgtEl>
                                        <p:attrNameLst>
                                          <p:attrName>style.visibility</p:attrName>
                                        </p:attrNameLst>
                                      </p:cBhvr>
                                      <p:to>
                                        <p:strVal val="visible"/>
                                      </p:to>
                                    </p:set>
                                    <p:animEffect transition="in" filter="fade">
                                      <p:cBhvr>
                                        <p:cTn id="108" dur="1000"/>
                                        <p:tgtEl>
                                          <p:spTgt spid="48"/>
                                        </p:tgtEl>
                                      </p:cBhvr>
                                    </p:animEffect>
                                    <p:anim calcmode="lin" valueType="num">
                                      <p:cBhvr>
                                        <p:cTn id="109" dur="1000" fill="hold"/>
                                        <p:tgtEl>
                                          <p:spTgt spid="48"/>
                                        </p:tgtEl>
                                        <p:attrNameLst>
                                          <p:attrName>ppt_x</p:attrName>
                                        </p:attrNameLst>
                                      </p:cBhvr>
                                      <p:tavLst>
                                        <p:tav tm="0">
                                          <p:val>
                                            <p:strVal val="#ppt_x"/>
                                          </p:val>
                                        </p:tav>
                                        <p:tav tm="100000">
                                          <p:val>
                                            <p:strVal val="#ppt_x"/>
                                          </p:val>
                                        </p:tav>
                                      </p:tavLst>
                                    </p:anim>
                                    <p:anim calcmode="lin" valueType="num">
                                      <p:cBhvr>
                                        <p:cTn id="110" dur="1000" fill="hold"/>
                                        <p:tgtEl>
                                          <p:spTgt spid="48"/>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0"/>
                                  </p:stCondLst>
                                  <p:childTnLst>
                                    <p:set>
                                      <p:cBhvr>
                                        <p:cTn id="112" dur="1" fill="hold">
                                          <p:stCondLst>
                                            <p:cond delay="0"/>
                                          </p:stCondLst>
                                        </p:cTn>
                                        <p:tgtEl>
                                          <p:spTgt spid="17"/>
                                        </p:tgtEl>
                                        <p:attrNameLst>
                                          <p:attrName>style.visibility</p:attrName>
                                        </p:attrNameLst>
                                      </p:cBhvr>
                                      <p:to>
                                        <p:strVal val="visible"/>
                                      </p:to>
                                    </p:set>
                                    <p:animEffect transition="in" filter="fade">
                                      <p:cBhvr>
                                        <p:cTn id="113" dur="1000"/>
                                        <p:tgtEl>
                                          <p:spTgt spid="17"/>
                                        </p:tgtEl>
                                      </p:cBhvr>
                                    </p:animEffect>
                                    <p:anim calcmode="lin" valueType="num">
                                      <p:cBhvr>
                                        <p:cTn id="114" dur="1000" fill="hold"/>
                                        <p:tgtEl>
                                          <p:spTgt spid="17"/>
                                        </p:tgtEl>
                                        <p:attrNameLst>
                                          <p:attrName>ppt_x</p:attrName>
                                        </p:attrNameLst>
                                      </p:cBhvr>
                                      <p:tavLst>
                                        <p:tav tm="0">
                                          <p:val>
                                            <p:strVal val="#ppt_x"/>
                                          </p:val>
                                        </p:tav>
                                        <p:tav tm="100000">
                                          <p:val>
                                            <p:strVal val="#ppt_x"/>
                                          </p:val>
                                        </p:tav>
                                      </p:tavLst>
                                    </p:anim>
                                    <p:anim calcmode="lin" valueType="num">
                                      <p:cBhvr>
                                        <p:cTn id="115" dur="1000" fill="hold"/>
                                        <p:tgtEl>
                                          <p:spTgt spid="17"/>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49"/>
                                        </p:tgtEl>
                                        <p:attrNameLst>
                                          <p:attrName>style.visibility</p:attrName>
                                        </p:attrNameLst>
                                      </p:cBhvr>
                                      <p:to>
                                        <p:strVal val="visible"/>
                                      </p:to>
                                    </p:set>
                                    <p:animEffect transition="in" filter="fade">
                                      <p:cBhvr>
                                        <p:cTn id="118" dur="1000"/>
                                        <p:tgtEl>
                                          <p:spTgt spid="49"/>
                                        </p:tgtEl>
                                      </p:cBhvr>
                                    </p:animEffect>
                                    <p:anim calcmode="lin" valueType="num">
                                      <p:cBhvr>
                                        <p:cTn id="119" dur="1000" fill="hold"/>
                                        <p:tgtEl>
                                          <p:spTgt spid="49"/>
                                        </p:tgtEl>
                                        <p:attrNameLst>
                                          <p:attrName>ppt_x</p:attrName>
                                        </p:attrNameLst>
                                      </p:cBhvr>
                                      <p:tavLst>
                                        <p:tav tm="0">
                                          <p:val>
                                            <p:strVal val="#ppt_x"/>
                                          </p:val>
                                        </p:tav>
                                        <p:tav tm="100000">
                                          <p:val>
                                            <p:strVal val="#ppt_x"/>
                                          </p:val>
                                        </p:tav>
                                      </p:tavLst>
                                    </p:anim>
                                    <p:anim calcmode="lin" valueType="num">
                                      <p:cBhvr>
                                        <p:cTn id="120" dur="1000" fill="hold"/>
                                        <p:tgtEl>
                                          <p:spTgt spid="49"/>
                                        </p:tgtEl>
                                        <p:attrNameLst>
                                          <p:attrName>ppt_y</p:attrName>
                                        </p:attrNameLst>
                                      </p:cBhvr>
                                      <p:tavLst>
                                        <p:tav tm="0">
                                          <p:val>
                                            <p:strVal val="#ppt_y+.1"/>
                                          </p:val>
                                        </p:tav>
                                        <p:tav tm="100000">
                                          <p:val>
                                            <p:strVal val="#ppt_y"/>
                                          </p:val>
                                        </p:tav>
                                      </p:tavLst>
                                    </p:anim>
                                  </p:childTnLst>
                                </p:cTn>
                              </p:par>
                              <p:par>
                                <p:cTn id="121" presetID="42" presetClass="entr" presetSubtype="0" fill="hold" nodeType="withEffect">
                                  <p:stCondLst>
                                    <p:cond delay="0"/>
                                  </p:stCondLst>
                                  <p:childTnLst>
                                    <p:set>
                                      <p:cBhvr>
                                        <p:cTn id="122" dur="1" fill="hold">
                                          <p:stCondLst>
                                            <p:cond delay="0"/>
                                          </p:stCondLst>
                                        </p:cTn>
                                        <p:tgtEl>
                                          <p:spTgt spid="18"/>
                                        </p:tgtEl>
                                        <p:attrNameLst>
                                          <p:attrName>style.visibility</p:attrName>
                                        </p:attrNameLst>
                                      </p:cBhvr>
                                      <p:to>
                                        <p:strVal val="visible"/>
                                      </p:to>
                                    </p:set>
                                    <p:animEffect transition="in" filter="fade">
                                      <p:cBhvr>
                                        <p:cTn id="123" dur="1000"/>
                                        <p:tgtEl>
                                          <p:spTgt spid="18"/>
                                        </p:tgtEl>
                                      </p:cBhvr>
                                    </p:animEffect>
                                    <p:anim calcmode="lin" valueType="num">
                                      <p:cBhvr>
                                        <p:cTn id="124" dur="1000" fill="hold"/>
                                        <p:tgtEl>
                                          <p:spTgt spid="18"/>
                                        </p:tgtEl>
                                        <p:attrNameLst>
                                          <p:attrName>ppt_x</p:attrName>
                                        </p:attrNameLst>
                                      </p:cBhvr>
                                      <p:tavLst>
                                        <p:tav tm="0">
                                          <p:val>
                                            <p:strVal val="#ppt_x"/>
                                          </p:val>
                                        </p:tav>
                                        <p:tav tm="100000">
                                          <p:val>
                                            <p:strVal val="#ppt_x"/>
                                          </p:val>
                                        </p:tav>
                                      </p:tavLst>
                                    </p:anim>
                                    <p:anim calcmode="lin" valueType="num">
                                      <p:cBhvr>
                                        <p:cTn id="125" dur="1000" fill="hold"/>
                                        <p:tgtEl>
                                          <p:spTgt spid="18"/>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1000"/>
                                        <p:tgtEl>
                                          <p:spTgt spid="50"/>
                                        </p:tgtEl>
                                      </p:cBhvr>
                                    </p:animEffect>
                                    <p:anim calcmode="lin" valueType="num">
                                      <p:cBhvr>
                                        <p:cTn id="129" dur="1000" fill="hold"/>
                                        <p:tgtEl>
                                          <p:spTgt spid="50"/>
                                        </p:tgtEl>
                                        <p:attrNameLst>
                                          <p:attrName>ppt_x</p:attrName>
                                        </p:attrNameLst>
                                      </p:cBhvr>
                                      <p:tavLst>
                                        <p:tav tm="0">
                                          <p:val>
                                            <p:strVal val="#ppt_x"/>
                                          </p:val>
                                        </p:tav>
                                        <p:tav tm="100000">
                                          <p:val>
                                            <p:strVal val="#ppt_x"/>
                                          </p:val>
                                        </p:tav>
                                      </p:tavLst>
                                    </p:anim>
                                    <p:anim calcmode="lin" valueType="num">
                                      <p:cBhvr>
                                        <p:cTn id="130" dur="1000" fill="hold"/>
                                        <p:tgtEl>
                                          <p:spTgt spid="50"/>
                                        </p:tgtEl>
                                        <p:attrNameLst>
                                          <p:attrName>ppt_y</p:attrName>
                                        </p:attrNameLst>
                                      </p:cBhvr>
                                      <p:tavLst>
                                        <p:tav tm="0">
                                          <p:val>
                                            <p:strVal val="#ppt_y+.1"/>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51"/>
                                        </p:tgtEl>
                                        <p:attrNameLst>
                                          <p:attrName>style.visibility</p:attrName>
                                        </p:attrNameLst>
                                      </p:cBhvr>
                                      <p:to>
                                        <p:strVal val="visible"/>
                                      </p:to>
                                    </p:set>
                                    <p:animEffect transition="in" filter="fade">
                                      <p:cBhvr>
                                        <p:cTn id="133" dur="1000"/>
                                        <p:tgtEl>
                                          <p:spTgt spid="51"/>
                                        </p:tgtEl>
                                      </p:cBhvr>
                                    </p:animEffect>
                                    <p:anim calcmode="lin" valueType="num">
                                      <p:cBhvr>
                                        <p:cTn id="134" dur="1000" fill="hold"/>
                                        <p:tgtEl>
                                          <p:spTgt spid="51"/>
                                        </p:tgtEl>
                                        <p:attrNameLst>
                                          <p:attrName>ppt_x</p:attrName>
                                        </p:attrNameLst>
                                      </p:cBhvr>
                                      <p:tavLst>
                                        <p:tav tm="0">
                                          <p:val>
                                            <p:strVal val="#ppt_x"/>
                                          </p:val>
                                        </p:tav>
                                        <p:tav tm="100000">
                                          <p:val>
                                            <p:strVal val="#ppt_x"/>
                                          </p:val>
                                        </p:tav>
                                      </p:tavLst>
                                    </p:anim>
                                    <p:anim calcmode="lin" valueType="num">
                                      <p:cBhvr>
                                        <p:cTn id="135" dur="1000" fill="hold"/>
                                        <p:tgtEl>
                                          <p:spTgt spid="51"/>
                                        </p:tgtEl>
                                        <p:attrNameLst>
                                          <p:attrName>ppt_y</p:attrName>
                                        </p:attrNameLst>
                                      </p:cBhvr>
                                      <p:tavLst>
                                        <p:tav tm="0">
                                          <p:val>
                                            <p:strVal val="#ppt_y+.1"/>
                                          </p:val>
                                        </p:tav>
                                        <p:tav tm="100000">
                                          <p:val>
                                            <p:strVal val="#ppt_y"/>
                                          </p:val>
                                        </p:tav>
                                      </p:tavLst>
                                    </p:anim>
                                  </p:childTnLst>
                                </p:cTn>
                              </p:par>
                              <p:par>
                                <p:cTn id="136" presetID="42" presetClass="entr" presetSubtype="0" fill="hold" nodeType="withEffect">
                                  <p:stCondLst>
                                    <p:cond delay="0"/>
                                  </p:stCondLst>
                                  <p:childTnLst>
                                    <p:set>
                                      <p:cBhvr>
                                        <p:cTn id="137" dur="1" fill="hold">
                                          <p:stCondLst>
                                            <p:cond delay="0"/>
                                          </p:stCondLst>
                                        </p:cTn>
                                        <p:tgtEl>
                                          <p:spTgt spid="20"/>
                                        </p:tgtEl>
                                        <p:attrNameLst>
                                          <p:attrName>style.visibility</p:attrName>
                                        </p:attrNameLst>
                                      </p:cBhvr>
                                      <p:to>
                                        <p:strVal val="visible"/>
                                      </p:to>
                                    </p:set>
                                    <p:animEffect transition="in" filter="fade">
                                      <p:cBhvr>
                                        <p:cTn id="138" dur="1000"/>
                                        <p:tgtEl>
                                          <p:spTgt spid="20"/>
                                        </p:tgtEl>
                                      </p:cBhvr>
                                    </p:animEffect>
                                    <p:anim calcmode="lin" valueType="num">
                                      <p:cBhvr>
                                        <p:cTn id="139" dur="1000" fill="hold"/>
                                        <p:tgtEl>
                                          <p:spTgt spid="20"/>
                                        </p:tgtEl>
                                        <p:attrNameLst>
                                          <p:attrName>ppt_x</p:attrName>
                                        </p:attrNameLst>
                                      </p:cBhvr>
                                      <p:tavLst>
                                        <p:tav tm="0">
                                          <p:val>
                                            <p:strVal val="#ppt_x"/>
                                          </p:val>
                                        </p:tav>
                                        <p:tav tm="100000">
                                          <p:val>
                                            <p:strVal val="#ppt_x"/>
                                          </p:val>
                                        </p:tav>
                                      </p:tavLst>
                                    </p:anim>
                                    <p:anim calcmode="lin" valueType="num">
                                      <p:cBhvr>
                                        <p:cTn id="140" dur="1000" fill="hold"/>
                                        <p:tgtEl>
                                          <p:spTgt spid="20"/>
                                        </p:tgtEl>
                                        <p:attrNameLst>
                                          <p:attrName>ppt_y</p:attrName>
                                        </p:attrNameLst>
                                      </p:cBhvr>
                                      <p:tavLst>
                                        <p:tav tm="0">
                                          <p:val>
                                            <p:strVal val="#ppt_y+.1"/>
                                          </p:val>
                                        </p:tav>
                                        <p:tav tm="100000">
                                          <p:val>
                                            <p:strVal val="#ppt_y"/>
                                          </p:val>
                                        </p:tav>
                                      </p:tavLst>
                                    </p:anim>
                                  </p:childTnLst>
                                </p:cTn>
                              </p:par>
                              <p:par>
                                <p:cTn id="141" presetID="42" presetClass="entr" presetSubtype="0" fill="hold" nodeType="withEffect">
                                  <p:stCondLst>
                                    <p:cond delay="0"/>
                                  </p:stCondLst>
                                  <p:childTnLst>
                                    <p:set>
                                      <p:cBhvr>
                                        <p:cTn id="142" dur="1" fill="hold">
                                          <p:stCondLst>
                                            <p:cond delay="0"/>
                                          </p:stCondLst>
                                        </p:cTn>
                                        <p:tgtEl>
                                          <p:spTgt spid="16"/>
                                        </p:tgtEl>
                                        <p:attrNameLst>
                                          <p:attrName>style.visibility</p:attrName>
                                        </p:attrNameLst>
                                      </p:cBhvr>
                                      <p:to>
                                        <p:strVal val="visible"/>
                                      </p:to>
                                    </p:set>
                                    <p:animEffect transition="in" filter="fade">
                                      <p:cBhvr>
                                        <p:cTn id="143" dur="1000"/>
                                        <p:tgtEl>
                                          <p:spTgt spid="16"/>
                                        </p:tgtEl>
                                      </p:cBhvr>
                                    </p:animEffect>
                                    <p:anim calcmode="lin" valueType="num">
                                      <p:cBhvr>
                                        <p:cTn id="144" dur="1000" fill="hold"/>
                                        <p:tgtEl>
                                          <p:spTgt spid="16"/>
                                        </p:tgtEl>
                                        <p:attrNameLst>
                                          <p:attrName>ppt_x</p:attrName>
                                        </p:attrNameLst>
                                      </p:cBhvr>
                                      <p:tavLst>
                                        <p:tav tm="0">
                                          <p:val>
                                            <p:strVal val="#ppt_x"/>
                                          </p:val>
                                        </p:tav>
                                        <p:tav tm="100000">
                                          <p:val>
                                            <p:strVal val="#ppt_x"/>
                                          </p:val>
                                        </p:tav>
                                      </p:tavLst>
                                    </p:anim>
                                    <p:anim calcmode="lin" valueType="num">
                                      <p:cBhvr>
                                        <p:cTn id="145" dur="1000" fill="hold"/>
                                        <p:tgtEl>
                                          <p:spTgt spid="16"/>
                                        </p:tgtEl>
                                        <p:attrNameLst>
                                          <p:attrName>ppt_y</p:attrName>
                                        </p:attrNameLst>
                                      </p:cBhvr>
                                      <p:tavLst>
                                        <p:tav tm="0">
                                          <p:val>
                                            <p:strVal val="#ppt_y+.1"/>
                                          </p:val>
                                        </p:tav>
                                        <p:tav tm="100000">
                                          <p:val>
                                            <p:strVal val="#ppt_y"/>
                                          </p:val>
                                        </p:tav>
                                      </p:tavLst>
                                    </p:anim>
                                  </p:childTnLst>
                                </p:cTn>
                              </p:par>
                            </p:childTnLst>
                          </p:cTn>
                        </p:par>
                        <p:par>
                          <p:cTn id="146" fill="hold">
                            <p:stCondLst>
                              <p:cond delay="1000"/>
                            </p:stCondLst>
                            <p:childTnLst>
                              <p:par>
                                <p:cTn id="147" presetID="42" presetClass="entr" presetSubtype="0" fill="hold" nodeType="afterEffect">
                                  <p:stCondLst>
                                    <p:cond delay="0"/>
                                  </p:stCondLst>
                                  <p:childTnLst>
                                    <p:set>
                                      <p:cBhvr>
                                        <p:cTn id="148" dur="1" fill="hold">
                                          <p:stCondLst>
                                            <p:cond delay="0"/>
                                          </p:stCondLst>
                                        </p:cTn>
                                        <p:tgtEl>
                                          <p:spTgt spid="19"/>
                                        </p:tgtEl>
                                        <p:attrNameLst>
                                          <p:attrName>style.visibility</p:attrName>
                                        </p:attrNameLst>
                                      </p:cBhvr>
                                      <p:to>
                                        <p:strVal val="visible"/>
                                      </p:to>
                                    </p:set>
                                    <p:animEffect transition="in" filter="fade">
                                      <p:cBhvr>
                                        <p:cTn id="149" dur="1000"/>
                                        <p:tgtEl>
                                          <p:spTgt spid="19"/>
                                        </p:tgtEl>
                                      </p:cBhvr>
                                    </p:animEffect>
                                    <p:anim calcmode="lin" valueType="num">
                                      <p:cBhvr>
                                        <p:cTn id="150" dur="1000" fill="hold"/>
                                        <p:tgtEl>
                                          <p:spTgt spid="19"/>
                                        </p:tgtEl>
                                        <p:attrNameLst>
                                          <p:attrName>ppt_x</p:attrName>
                                        </p:attrNameLst>
                                      </p:cBhvr>
                                      <p:tavLst>
                                        <p:tav tm="0">
                                          <p:val>
                                            <p:strVal val="#ppt_x"/>
                                          </p:val>
                                        </p:tav>
                                        <p:tav tm="100000">
                                          <p:val>
                                            <p:strVal val="#ppt_x"/>
                                          </p:val>
                                        </p:tav>
                                      </p:tavLst>
                                    </p:anim>
                                    <p:anim calcmode="lin" valueType="num">
                                      <p:cBhvr>
                                        <p:cTn id="15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42" presetClass="entr" presetSubtype="0" fill="hold" nodeType="clickEffect">
                                  <p:stCondLst>
                                    <p:cond delay="0"/>
                                  </p:stCondLst>
                                  <p:childTnLst>
                                    <p:set>
                                      <p:cBhvr>
                                        <p:cTn id="155" dur="1" fill="hold">
                                          <p:stCondLst>
                                            <p:cond delay="0"/>
                                          </p:stCondLst>
                                        </p:cTn>
                                        <p:tgtEl>
                                          <p:spTgt spid="21"/>
                                        </p:tgtEl>
                                        <p:attrNameLst>
                                          <p:attrName>style.visibility</p:attrName>
                                        </p:attrNameLst>
                                      </p:cBhvr>
                                      <p:to>
                                        <p:strVal val="visible"/>
                                      </p:to>
                                    </p:set>
                                    <p:animEffect transition="in" filter="fade">
                                      <p:cBhvr>
                                        <p:cTn id="156" dur="1000"/>
                                        <p:tgtEl>
                                          <p:spTgt spid="21"/>
                                        </p:tgtEl>
                                      </p:cBhvr>
                                    </p:animEffect>
                                    <p:anim calcmode="lin" valueType="num">
                                      <p:cBhvr>
                                        <p:cTn id="157" dur="1000" fill="hold"/>
                                        <p:tgtEl>
                                          <p:spTgt spid="21"/>
                                        </p:tgtEl>
                                        <p:attrNameLst>
                                          <p:attrName>ppt_x</p:attrName>
                                        </p:attrNameLst>
                                      </p:cBhvr>
                                      <p:tavLst>
                                        <p:tav tm="0">
                                          <p:val>
                                            <p:strVal val="#ppt_x"/>
                                          </p:val>
                                        </p:tav>
                                        <p:tav tm="100000">
                                          <p:val>
                                            <p:strVal val="#ppt_x"/>
                                          </p:val>
                                        </p:tav>
                                      </p:tavLst>
                                    </p:anim>
                                    <p:anim calcmode="lin" valueType="num">
                                      <p:cBhvr>
                                        <p:cTn id="15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42" presetClass="entr" presetSubtype="0" fill="hold" grpId="0" nodeType="clickEffect">
                                  <p:stCondLst>
                                    <p:cond delay="0"/>
                                  </p:stCondLst>
                                  <p:childTnLst>
                                    <p:set>
                                      <p:cBhvr>
                                        <p:cTn id="162" dur="1" fill="hold">
                                          <p:stCondLst>
                                            <p:cond delay="0"/>
                                          </p:stCondLst>
                                        </p:cTn>
                                        <p:tgtEl>
                                          <p:spTgt spid="52"/>
                                        </p:tgtEl>
                                        <p:attrNameLst>
                                          <p:attrName>style.visibility</p:attrName>
                                        </p:attrNameLst>
                                      </p:cBhvr>
                                      <p:to>
                                        <p:strVal val="visible"/>
                                      </p:to>
                                    </p:set>
                                    <p:animEffect transition="in" filter="fade">
                                      <p:cBhvr>
                                        <p:cTn id="163" dur="1000"/>
                                        <p:tgtEl>
                                          <p:spTgt spid="52"/>
                                        </p:tgtEl>
                                      </p:cBhvr>
                                    </p:animEffect>
                                    <p:anim calcmode="lin" valueType="num">
                                      <p:cBhvr>
                                        <p:cTn id="164" dur="1000" fill="hold"/>
                                        <p:tgtEl>
                                          <p:spTgt spid="52"/>
                                        </p:tgtEl>
                                        <p:attrNameLst>
                                          <p:attrName>ppt_x</p:attrName>
                                        </p:attrNameLst>
                                      </p:cBhvr>
                                      <p:tavLst>
                                        <p:tav tm="0">
                                          <p:val>
                                            <p:strVal val="#ppt_x"/>
                                          </p:val>
                                        </p:tav>
                                        <p:tav tm="100000">
                                          <p:val>
                                            <p:strVal val="#ppt_x"/>
                                          </p:val>
                                        </p:tav>
                                      </p:tavLst>
                                    </p:anim>
                                    <p:anim calcmode="lin" valueType="num">
                                      <p:cBhvr>
                                        <p:cTn id="165" dur="1000" fill="hold"/>
                                        <p:tgtEl>
                                          <p:spTgt spid="52"/>
                                        </p:tgtEl>
                                        <p:attrNameLst>
                                          <p:attrName>ppt_y</p:attrName>
                                        </p:attrNameLst>
                                      </p:cBhvr>
                                      <p:tavLst>
                                        <p:tav tm="0">
                                          <p:val>
                                            <p:strVal val="#ppt_y+.1"/>
                                          </p:val>
                                        </p:tav>
                                        <p:tav tm="100000">
                                          <p:val>
                                            <p:strVal val="#ppt_y"/>
                                          </p:val>
                                        </p:tav>
                                      </p:tavLst>
                                    </p:anim>
                                  </p:childTnLst>
                                </p:cTn>
                              </p:par>
                              <p:par>
                                <p:cTn id="166" presetID="42" presetClass="entr" presetSubtype="0" fill="hold" nodeType="withEffect">
                                  <p:stCondLst>
                                    <p:cond delay="0"/>
                                  </p:stCondLst>
                                  <p:childTnLst>
                                    <p:set>
                                      <p:cBhvr>
                                        <p:cTn id="167" dur="1" fill="hold">
                                          <p:stCondLst>
                                            <p:cond delay="0"/>
                                          </p:stCondLst>
                                        </p:cTn>
                                        <p:tgtEl>
                                          <p:spTgt spid="23"/>
                                        </p:tgtEl>
                                        <p:attrNameLst>
                                          <p:attrName>style.visibility</p:attrName>
                                        </p:attrNameLst>
                                      </p:cBhvr>
                                      <p:to>
                                        <p:strVal val="visible"/>
                                      </p:to>
                                    </p:set>
                                    <p:animEffect transition="in" filter="fade">
                                      <p:cBhvr>
                                        <p:cTn id="168" dur="1000"/>
                                        <p:tgtEl>
                                          <p:spTgt spid="23"/>
                                        </p:tgtEl>
                                      </p:cBhvr>
                                    </p:animEffect>
                                    <p:anim calcmode="lin" valueType="num">
                                      <p:cBhvr>
                                        <p:cTn id="169" dur="1000" fill="hold"/>
                                        <p:tgtEl>
                                          <p:spTgt spid="23"/>
                                        </p:tgtEl>
                                        <p:attrNameLst>
                                          <p:attrName>ppt_x</p:attrName>
                                        </p:attrNameLst>
                                      </p:cBhvr>
                                      <p:tavLst>
                                        <p:tav tm="0">
                                          <p:val>
                                            <p:strVal val="#ppt_x"/>
                                          </p:val>
                                        </p:tav>
                                        <p:tav tm="100000">
                                          <p:val>
                                            <p:strVal val="#ppt_x"/>
                                          </p:val>
                                        </p:tav>
                                      </p:tavLst>
                                    </p:anim>
                                    <p:anim calcmode="lin" valueType="num">
                                      <p:cBhvr>
                                        <p:cTn id="170" dur="1000" fill="hold"/>
                                        <p:tgtEl>
                                          <p:spTgt spid="23"/>
                                        </p:tgtEl>
                                        <p:attrNameLst>
                                          <p:attrName>ppt_y</p:attrName>
                                        </p:attrNameLst>
                                      </p:cBhvr>
                                      <p:tavLst>
                                        <p:tav tm="0">
                                          <p:val>
                                            <p:strVal val="#ppt_y+.1"/>
                                          </p:val>
                                        </p:tav>
                                        <p:tav tm="100000">
                                          <p:val>
                                            <p:strVal val="#ppt_y"/>
                                          </p:val>
                                        </p:tav>
                                      </p:tavLst>
                                    </p:anim>
                                  </p:childTnLst>
                                </p:cTn>
                              </p:par>
                              <p:par>
                                <p:cTn id="171" presetID="42" presetClass="entr" presetSubtype="0" fill="hold" nodeType="withEffect">
                                  <p:stCondLst>
                                    <p:cond delay="0"/>
                                  </p:stCondLst>
                                  <p:childTnLst>
                                    <p:set>
                                      <p:cBhvr>
                                        <p:cTn id="172" dur="1" fill="hold">
                                          <p:stCondLst>
                                            <p:cond delay="0"/>
                                          </p:stCondLst>
                                        </p:cTn>
                                        <p:tgtEl>
                                          <p:spTgt spid="24"/>
                                        </p:tgtEl>
                                        <p:attrNameLst>
                                          <p:attrName>style.visibility</p:attrName>
                                        </p:attrNameLst>
                                      </p:cBhvr>
                                      <p:to>
                                        <p:strVal val="visible"/>
                                      </p:to>
                                    </p:set>
                                    <p:animEffect transition="in" filter="fade">
                                      <p:cBhvr>
                                        <p:cTn id="173" dur="1000"/>
                                        <p:tgtEl>
                                          <p:spTgt spid="24"/>
                                        </p:tgtEl>
                                      </p:cBhvr>
                                    </p:animEffect>
                                    <p:anim calcmode="lin" valueType="num">
                                      <p:cBhvr>
                                        <p:cTn id="174" dur="1000" fill="hold"/>
                                        <p:tgtEl>
                                          <p:spTgt spid="24"/>
                                        </p:tgtEl>
                                        <p:attrNameLst>
                                          <p:attrName>ppt_x</p:attrName>
                                        </p:attrNameLst>
                                      </p:cBhvr>
                                      <p:tavLst>
                                        <p:tav tm="0">
                                          <p:val>
                                            <p:strVal val="#ppt_x"/>
                                          </p:val>
                                        </p:tav>
                                        <p:tav tm="100000">
                                          <p:val>
                                            <p:strVal val="#ppt_x"/>
                                          </p:val>
                                        </p:tav>
                                      </p:tavLst>
                                    </p:anim>
                                    <p:anim calcmode="lin" valueType="num">
                                      <p:cBhvr>
                                        <p:cTn id="175" dur="1000" fill="hold"/>
                                        <p:tgtEl>
                                          <p:spTgt spid="24"/>
                                        </p:tgtEl>
                                        <p:attrNameLst>
                                          <p:attrName>ppt_y</p:attrName>
                                        </p:attrNameLst>
                                      </p:cBhvr>
                                      <p:tavLst>
                                        <p:tav tm="0">
                                          <p:val>
                                            <p:strVal val="#ppt_y+.1"/>
                                          </p:val>
                                        </p:tav>
                                        <p:tav tm="100000">
                                          <p:val>
                                            <p:strVal val="#ppt_y"/>
                                          </p:val>
                                        </p:tav>
                                      </p:tavLst>
                                    </p:anim>
                                  </p:childTnLst>
                                </p:cTn>
                              </p:par>
                              <p:par>
                                <p:cTn id="176" presetID="42" presetClass="entr" presetSubtype="0" fill="hold" nodeType="withEffect">
                                  <p:stCondLst>
                                    <p:cond delay="0"/>
                                  </p:stCondLst>
                                  <p:childTnLst>
                                    <p:set>
                                      <p:cBhvr>
                                        <p:cTn id="177" dur="1" fill="hold">
                                          <p:stCondLst>
                                            <p:cond delay="0"/>
                                          </p:stCondLst>
                                        </p:cTn>
                                        <p:tgtEl>
                                          <p:spTgt spid="25"/>
                                        </p:tgtEl>
                                        <p:attrNameLst>
                                          <p:attrName>style.visibility</p:attrName>
                                        </p:attrNameLst>
                                      </p:cBhvr>
                                      <p:to>
                                        <p:strVal val="visible"/>
                                      </p:to>
                                    </p:set>
                                    <p:animEffect transition="in" filter="fade">
                                      <p:cBhvr>
                                        <p:cTn id="178" dur="1000"/>
                                        <p:tgtEl>
                                          <p:spTgt spid="25"/>
                                        </p:tgtEl>
                                      </p:cBhvr>
                                    </p:animEffect>
                                    <p:anim calcmode="lin" valueType="num">
                                      <p:cBhvr>
                                        <p:cTn id="179" dur="1000" fill="hold"/>
                                        <p:tgtEl>
                                          <p:spTgt spid="25"/>
                                        </p:tgtEl>
                                        <p:attrNameLst>
                                          <p:attrName>ppt_x</p:attrName>
                                        </p:attrNameLst>
                                      </p:cBhvr>
                                      <p:tavLst>
                                        <p:tav tm="0">
                                          <p:val>
                                            <p:strVal val="#ppt_x"/>
                                          </p:val>
                                        </p:tav>
                                        <p:tav tm="100000">
                                          <p:val>
                                            <p:strVal val="#ppt_x"/>
                                          </p:val>
                                        </p:tav>
                                      </p:tavLst>
                                    </p:anim>
                                    <p:anim calcmode="lin" valueType="num">
                                      <p:cBhvr>
                                        <p:cTn id="180" dur="1000" fill="hold"/>
                                        <p:tgtEl>
                                          <p:spTgt spid="25"/>
                                        </p:tgtEl>
                                        <p:attrNameLst>
                                          <p:attrName>ppt_y</p:attrName>
                                        </p:attrNameLst>
                                      </p:cBhvr>
                                      <p:tavLst>
                                        <p:tav tm="0">
                                          <p:val>
                                            <p:strVal val="#ppt_y+.1"/>
                                          </p:val>
                                        </p:tav>
                                        <p:tav tm="100000">
                                          <p:val>
                                            <p:strVal val="#ppt_y"/>
                                          </p:val>
                                        </p:tav>
                                      </p:tavLst>
                                    </p:anim>
                                  </p:childTnLst>
                                </p:cTn>
                              </p:par>
                              <p:par>
                                <p:cTn id="181" presetID="42" presetClass="entr" presetSubtype="0" fill="hold" nodeType="withEffect">
                                  <p:stCondLst>
                                    <p:cond delay="0"/>
                                  </p:stCondLst>
                                  <p:childTnLst>
                                    <p:set>
                                      <p:cBhvr>
                                        <p:cTn id="182" dur="1" fill="hold">
                                          <p:stCondLst>
                                            <p:cond delay="0"/>
                                          </p:stCondLst>
                                        </p:cTn>
                                        <p:tgtEl>
                                          <p:spTgt spid="26"/>
                                        </p:tgtEl>
                                        <p:attrNameLst>
                                          <p:attrName>style.visibility</p:attrName>
                                        </p:attrNameLst>
                                      </p:cBhvr>
                                      <p:to>
                                        <p:strVal val="visible"/>
                                      </p:to>
                                    </p:set>
                                    <p:animEffect transition="in" filter="fade">
                                      <p:cBhvr>
                                        <p:cTn id="183" dur="1000"/>
                                        <p:tgtEl>
                                          <p:spTgt spid="26"/>
                                        </p:tgtEl>
                                      </p:cBhvr>
                                    </p:animEffect>
                                    <p:anim calcmode="lin" valueType="num">
                                      <p:cBhvr>
                                        <p:cTn id="184" dur="1000" fill="hold"/>
                                        <p:tgtEl>
                                          <p:spTgt spid="26"/>
                                        </p:tgtEl>
                                        <p:attrNameLst>
                                          <p:attrName>ppt_x</p:attrName>
                                        </p:attrNameLst>
                                      </p:cBhvr>
                                      <p:tavLst>
                                        <p:tav tm="0">
                                          <p:val>
                                            <p:strVal val="#ppt_x"/>
                                          </p:val>
                                        </p:tav>
                                        <p:tav tm="100000">
                                          <p:val>
                                            <p:strVal val="#ppt_x"/>
                                          </p:val>
                                        </p:tav>
                                      </p:tavLst>
                                    </p:anim>
                                    <p:anim calcmode="lin" valueType="num">
                                      <p:cBhvr>
                                        <p:cTn id="185" dur="1000" fill="hold"/>
                                        <p:tgtEl>
                                          <p:spTgt spid="26"/>
                                        </p:tgtEl>
                                        <p:attrNameLst>
                                          <p:attrName>ppt_y</p:attrName>
                                        </p:attrNameLst>
                                      </p:cBhvr>
                                      <p:tavLst>
                                        <p:tav tm="0">
                                          <p:val>
                                            <p:strVal val="#ppt_y+.1"/>
                                          </p:val>
                                        </p:tav>
                                        <p:tav tm="100000">
                                          <p:val>
                                            <p:strVal val="#ppt_y"/>
                                          </p:val>
                                        </p:tav>
                                      </p:tavLst>
                                    </p:anim>
                                  </p:childTnLst>
                                </p:cTn>
                              </p:par>
                              <p:par>
                                <p:cTn id="186" presetID="42" presetClass="entr" presetSubtype="0" fill="hold" nodeType="withEffect">
                                  <p:stCondLst>
                                    <p:cond delay="0"/>
                                  </p:stCondLst>
                                  <p:childTnLst>
                                    <p:set>
                                      <p:cBhvr>
                                        <p:cTn id="187" dur="1" fill="hold">
                                          <p:stCondLst>
                                            <p:cond delay="0"/>
                                          </p:stCondLst>
                                        </p:cTn>
                                        <p:tgtEl>
                                          <p:spTgt spid="27"/>
                                        </p:tgtEl>
                                        <p:attrNameLst>
                                          <p:attrName>style.visibility</p:attrName>
                                        </p:attrNameLst>
                                      </p:cBhvr>
                                      <p:to>
                                        <p:strVal val="visible"/>
                                      </p:to>
                                    </p:set>
                                    <p:animEffect transition="in" filter="fade">
                                      <p:cBhvr>
                                        <p:cTn id="188" dur="1000"/>
                                        <p:tgtEl>
                                          <p:spTgt spid="27"/>
                                        </p:tgtEl>
                                      </p:cBhvr>
                                    </p:animEffect>
                                    <p:anim calcmode="lin" valueType="num">
                                      <p:cBhvr>
                                        <p:cTn id="189" dur="1000" fill="hold"/>
                                        <p:tgtEl>
                                          <p:spTgt spid="27"/>
                                        </p:tgtEl>
                                        <p:attrNameLst>
                                          <p:attrName>ppt_x</p:attrName>
                                        </p:attrNameLst>
                                      </p:cBhvr>
                                      <p:tavLst>
                                        <p:tav tm="0">
                                          <p:val>
                                            <p:strVal val="#ppt_x"/>
                                          </p:val>
                                        </p:tav>
                                        <p:tav tm="100000">
                                          <p:val>
                                            <p:strVal val="#ppt_x"/>
                                          </p:val>
                                        </p:tav>
                                      </p:tavLst>
                                    </p:anim>
                                    <p:anim calcmode="lin" valueType="num">
                                      <p:cBhvr>
                                        <p:cTn id="190" dur="1000" fill="hold"/>
                                        <p:tgtEl>
                                          <p:spTgt spid="27"/>
                                        </p:tgtEl>
                                        <p:attrNameLst>
                                          <p:attrName>ppt_y</p:attrName>
                                        </p:attrNameLst>
                                      </p:cBhvr>
                                      <p:tavLst>
                                        <p:tav tm="0">
                                          <p:val>
                                            <p:strVal val="#ppt_y+.1"/>
                                          </p:val>
                                        </p:tav>
                                        <p:tav tm="100000">
                                          <p:val>
                                            <p:strVal val="#ppt_y"/>
                                          </p:val>
                                        </p:tav>
                                      </p:tavLst>
                                    </p:anim>
                                  </p:childTnLst>
                                </p:cTn>
                              </p:par>
                              <p:par>
                                <p:cTn id="191" presetID="42" presetClass="entr" presetSubtype="0" fill="hold" nodeType="withEffect">
                                  <p:stCondLst>
                                    <p:cond delay="0"/>
                                  </p:stCondLst>
                                  <p:childTnLst>
                                    <p:set>
                                      <p:cBhvr>
                                        <p:cTn id="192" dur="1" fill="hold">
                                          <p:stCondLst>
                                            <p:cond delay="0"/>
                                          </p:stCondLst>
                                        </p:cTn>
                                        <p:tgtEl>
                                          <p:spTgt spid="28"/>
                                        </p:tgtEl>
                                        <p:attrNameLst>
                                          <p:attrName>style.visibility</p:attrName>
                                        </p:attrNameLst>
                                      </p:cBhvr>
                                      <p:to>
                                        <p:strVal val="visible"/>
                                      </p:to>
                                    </p:set>
                                    <p:animEffect transition="in" filter="fade">
                                      <p:cBhvr>
                                        <p:cTn id="193" dur="1000"/>
                                        <p:tgtEl>
                                          <p:spTgt spid="28"/>
                                        </p:tgtEl>
                                      </p:cBhvr>
                                    </p:animEffect>
                                    <p:anim calcmode="lin" valueType="num">
                                      <p:cBhvr>
                                        <p:cTn id="194" dur="1000" fill="hold"/>
                                        <p:tgtEl>
                                          <p:spTgt spid="28"/>
                                        </p:tgtEl>
                                        <p:attrNameLst>
                                          <p:attrName>ppt_x</p:attrName>
                                        </p:attrNameLst>
                                      </p:cBhvr>
                                      <p:tavLst>
                                        <p:tav tm="0">
                                          <p:val>
                                            <p:strVal val="#ppt_x"/>
                                          </p:val>
                                        </p:tav>
                                        <p:tav tm="100000">
                                          <p:val>
                                            <p:strVal val="#ppt_x"/>
                                          </p:val>
                                        </p:tav>
                                      </p:tavLst>
                                    </p:anim>
                                    <p:anim calcmode="lin" valueType="num">
                                      <p:cBhvr>
                                        <p:cTn id="195" dur="1000" fill="hold"/>
                                        <p:tgtEl>
                                          <p:spTgt spid="28"/>
                                        </p:tgtEl>
                                        <p:attrNameLst>
                                          <p:attrName>ppt_y</p:attrName>
                                        </p:attrNameLst>
                                      </p:cBhvr>
                                      <p:tavLst>
                                        <p:tav tm="0">
                                          <p:val>
                                            <p:strVal val="#ppt_y+.1"/>
                                          </p:val>
                                        </p:tav>
                                        <p:tav tm="100000">
                                          <p:val>
                                            <p:strVal val="#ppt_y"/>
                                          </p:val>
                                        </p:tav>
                                      </p:tavLst>
                                    </p:anim>
                                  </p:childTnLst>
                                </p:cTn>
                              </p:par>
                              <p:par>
                                <p:cTn id="196" presetID="42" presetClass="entr" presetSubtype="0" fill="hold" nodeType="withEffect">
                                  <p:stCondLst>
                                    <p:cond delay="0"/>
                                  </p:stCondLst>
                                  <p:childTnLst>
                                    <p:set>
                                      <p:cBhvr>
                                        <p:cTn id="197" dur="1" fill="hold">
                                          <p:stCondLst>
                                            <p:cond delay="0"/>
                                          </p:stCondLst>
                                        </p:cTn>
                                        <p:tgtEl>
                                          <p:spTgt spid="29"/>
                                        </p:tgtEl>
                                        <p:attrNameLst>
                                          <p:attrName>style.visibility</p:attrName>
                                        </p:attrNameLst>
                                      </p:cBhvr>
                                      <p:to>
                                        <p:strVal val="visible"/>
                                      </p:to>
                                    </p:set>
                                    <p:animEffect transition="in" filter="fade">
                                      <p:cBhvr>
                                        <p:cTn id="198" dur="1000"/>
                                        <p:tgtEl>
                                          <p:spTgt spid="29"/>
                                        </p:tgtEl>
                                      </p:cBhvr>
                                    </p:animEffect>
                                    <p:anim calcmode="lin" valueType="num">
                                      <p:cBhvr>
                                        <p:cTn id="199" dur="1000" fill="hold"/>
                                        <p:tgtEl>
                                          <p:spTgt spid="29"/>
                                        </p:tgtEl>
                                        <p:attrNameLst>
                                          <p:attrName>ppt_x</p:attrName>
                                        </p:attrNameLst>
                                      </p:cBhvr>
                                      <p:tavLst>
                                        <p:tav tm="0">
                                          <p:val>
                                            <p:strVal val="#ppt_x"/>
                                          </p:val>
                                        </p:tav>
                                        <p:tav tm="100000">
                                          <p:val>
                                            <p:strVal val="#ppt_x"/>
                                          </p:val>
                                        </p:tav>
                                      </p:tavLst>
                                    </p:anim>
                                    <p:anim calcmode="lin" valueType="num">
                                      <p:cBhvr>
                                        <p:cTn id="200" dur="1000" fill="hold"/>
                                        <p:tgtEl>
                                          <p:spTgt spid="29"/>
                                        </p:tgtEl>
                                        <p:attrNameLst>
                                          <p:attrName>ppt_y</p:attrName>
                                        </p:attrNameLst>
                                      </p:cBhvr>
                                      <p:tavLst>
                                        <p:tav tm="0">
                                          <p:val>
                                            <p:strVal val="#ppt_y+.1"/>
                                          </p:val>
                                        </p:tav>
                                        <p:tav tm="100000">
                                          <p:val>
                                            <p:strVal val="#ppt_y"/>
                                          </p:val>
                                        </p:tav>
                                      </p:tavLst>
                                    </p:anim>
                                  </p:childTnLst>
                                </p:cTn>
                              </p:par>
                              <p:par>
                                <p:cTn id="201" presetID="42" presetClass="entr" presetSubtype="0" fill="hold" nodeType="withEffect">
                                  <p:stCondLst>
                                    <p:cond delay="0"/>
                                  </p:stCondLst>
                                  <p:childTnLst>
                                    <p:set>
                                      <p:cBhvr>
                                        <p:cTn id="202" dur="1" fill="hold">
                                          <p:stCondLst>
                                            <p:cond delay="0"/>
                                          </p:stCondLst>
                                        </p:cTn>
                                        <p:tgtEl>
                                          <p:spTgt spid="30"/>
                                        </p:tgtEl>
                                        <p:attrNameLst>
                                          <p:attrName>style.visibility</p:attrName>
                                        </p:attrNameLst>
                                      </p:cBhvr>
                                      <p:to>
                                        <p:strVal val="visible"/>
                                      </p:to>
                                    </p:set>
                                    <p:animEffect transition="in" filter="fade">
                                      <p:cBhvr>
                                        <p:cTn id="203" dur="1000"/>
                                        <p:tgtEl>
                                          <p:spTgt spid="30"/>
                                        </p:tgtEl>
                                      </p:cBhvr>
                                    </p:animEffect>
                                    <p:anim calcmode="lin" valueType="num">
                                      <p:cBhvr>
                                        <p:cTn id="204" dur="1000" fill="hold"/>
                                        <p:tgtEl>
                                          <p:spTgt spid="30"/>
                                        </p:tgtEl>
                                        <p:attrNameLst>
                                          <p:attrName>ppt_x</p:attrName>
                                        </p:attrNameLst>
                                      </p:cBhvr>
                                      <p:tavLst>
                                        <p:tav tm="0">
                                          <p:val>
                                            <p:strVal val="#ppt_x"/>
                                          </p:val>
                                        </p:tav>
                                        <p:tav tm="100000">
                                          <p:val>
                                            <p:strVal val="#ppt_x"/>
                                          </p:val>
                                        </p:tav>
                                      </p:tavLst>
                                    </p:anim>
                                    <p:anim calcmode="lin" valueType="num">
                                      <p:cBhvr>
                                        <p:cTn id="205" dur="1000" fill="hold"/>
                                        <p:tgtEl>
                                          <p:spTgt spid="30"/>
                                        </p:tgtEl>
                                        <p:attrNameLst>
                                          <p:attrName>ppt_y</p:attrName>
                                        </p:attrNameLst>
                                      </p:cBhvr>
                                      <p:tavLst>
                                        <p:tav tm="0">
                                          <p:val>
                                            <p:strVal val="#ppt_y+.1"/>
                                          </p:val>
                                        </p:tav>
                                        <p:tav tm="100000">
                                          <p:val>
                                            <p:strVal val="#ppt_y"/>
                                          </p:val>
                                        </p:tav>
                                      </p:tavLst>
                                    </p:anim>
                                  </p:childTnLst>
                                </p:cTn>
                              </p:par>
                              <p:par>
                                <p:cTn id="206" presetID="42" presetClass="entr" presetSubtype="0" fill="hold" nodeType="withEffect">
                                  <p:stCondLst>
                                    <p:cond delay="0"/>
                                  </p:stCondLst>
                                  <p:childTnLst>
                                    <p:set>
                                      <p:cBhvr>
                                        <p:cTn id="207" dur="1" fill="hold">
                                          <p:stCondLst>
                                            <p:cond delay="0"/>
                                          </p:stCondLst>
                                        </p:cTn>
                                        <p:tgtEl>
                                          <p:spTgt spid="31"/>
                                        </p:tgtEl>
                                        <p:attrNameLst>
                                          <p:attrName>style.visibility</p:attrName>
                                        </p:attrNameLst>
                                      </p:cBhvr>
                                      <p:to>
                                        <p:strVal val="visible"/>
                                      </p:to>
                                    </p:set>
                                    <p:animEffect transition="in" filter="fade">
                                      <p:cBhvr>
                                        <p:cTn id="208" dur="1000"/>
                                        <p:tgtEl>
                                          <p:spTgt spid="31"/>
                                        </p:tgtEl>
                                      </p:cBhvr>
                                    </p:animEffect>
                                    <p:anim calcmode="lin" valueType="num">
                                      <p:cBhvr>
                                        <p:cTn id="209" dur="1000" fill="hold"/>
                                        <p:tgtEl>
                                          <p:spTgt spid="31"/>
                                        </p:tgtEl>
                                        <p:attrNameLst>
                                          <p:attrName>ppt_x</p:attrName>
                                        </p:attrNameLst>
                                      </p:cBhvr>
                                      <p:tavLst>
                                        <p:tav tm="0">
                                          <p:val>
                                            <p:strVal val="#ppt_x"/>
                                          </p:val>
                                        </p:tav>
                                        <p:tav tm="100000">
                                          <p:val>
                                            <p:strVal val="#ppt_x"/>
                                          </p:val>
                                        </p:tav>
                                      </p:tavLst>
                                    </p:anim>
                                    <p:anim calcmode="lin" valueType="num">
                                      <p:cBhvr>
                                        <p:cTn id="210" dur="1000" fill="hold"/>
                                        <p:tgtEl>
                                          <p:spTgt spid="31"/>
                                        </p:tgtEl>
                                        <p:attrNameLst>
                                          <p:attrName>ppt_y</p:attrName>
                                        </p:attrNameLst>
                                      </p:cBhvr>
                                      <p:tavLst>
                                        <p:tav tm="0">
                                          <p:val>
                                            <p:strVal val="#ppt_y+.1"/>
                                          </p:val>
                                        </p:tav>
                                        <p:tav tm="100000">
                                          <p:val>
                                            <p:strVal val="#ppt_y"/>
                                          </p:val>
                                        </p:tav>
                                      </p:tavLst>
                                    </p:anim>
                                  </p:childTnLst>
                                </p:cTn>
                              </p:par>
                              <p:par>
                                <p:cTn id="211" presetID="42" presetClass="entr" presetSubtype="0" fill="hold" nodeType="withEffect">
                                  <p:stCondLst>
                                    <p:cond delay="0"/>
                                  </p:stCondLst>
                                  <p:childTnLst>
                                    <p:set>
                                      <p:cBhvr>
                                        <p:cTn id="212" dur="1" fill="hold">
                                          <p:stCondLst>
                                            <p:cond delay="0"/>
                                          </p:stCondLst>
                                        </p:cTn>
                                        <p:tgtEl>
                                          <p:spTgt spid="32"/>
                                        </p:tgtEl>
                                        <p:attrNameLst>
                                          <p:attrName>style.visibility</p:attrName>
                                        </p:attrNameLst>
                                      </p:cBhvr>
                                      <p:to>
                                        <p:strVal val="visible"/>
                                      </p:to>
                                    </p:set>
                                    <p:animEffect transition="in" filter="fade">
                                      <p:cBhvr>
                                        <p:cTn id="213" dur="1000"/>
                                        <p:tgtEl>
                                          <p:spTgt spid="32"/>
                                        </p:tgtEl>
                                      </p:cBhvr>
                                    </p:animEffect>
                                    <p:anim calcmode="lin" valueType="num">
                                      <p:cBhvr>
                                        <p:cTn id="214" dur="1000" fill="hold"/>
                                        <p:tgtEl>
                                          <p:spTgt spid="32"/>
                                        </p:tgtEl>
                                        <p:attrNameLst>
                                          <p:attrName>ppt_x</p:attrName>
                                        </p:attrNameLst>
                                      </p:cBhvr>
                                      <p:tavLst>
                                        <p:tav tm="0">
                                          <p:val>
                                            <p:strVal val="#ppt_x"/>
                                          </p:val>
                                        </p:tav>
                                        <p:tav tm="100000">
                                          <p:val>
                                            <p:strVal val="#ppt_x"/>
                                          </p:val>
                                        </p:tav>
                                      </p:tavLst>
                                    </p:anim>
                                    <p:anim calcmode="lin" valueType="num">
                                      <p:cBhvr>
                                        <p:cTn id="215" dur="1000" fill="hold"/>
                                        <p:tgtEl>
                                          <p:spTgt spid="32"/>
                                        </p:tgtEl>
                                        <p:attrNameLst>
                                          <p:attrName>ppt_y</p:attrName>
                                        </p:attrNameLst>
                                      </p:cBhvr>
                                      <p:tavLst>
                                        <p:tav tm="0">
                                          <p:val>
                                            <p:strVal val="#ppt_y+.1"/>
                                          </p:val>
                                        </p:tav>
                                        <p:tav tm="100000">
                                          <p:val>
                                            <p:strVal val="#ppt_y"/>
                                          </p:val>
                                        </p:tav>
                                      </p:tavLst>
                                    </p:anim>
                                  </p:childTnLst>
                                </p:cTn>
                              </p:par>
                              <p:par>
                                <p:cTn id="216" presetID="42" presetClass="entr" presetSubtype="0" fill="hold" nodeType="withEffect">
                                  <p:stCondLst>
                                    <p:cond delay="0"/>
                                  </p:stCondLst>
                                  <p:childTnLst>
                                    <p:set>
                                      <p:cBhvr>
                                        <p:cTn id="217" dur="1" fill="hold">
                                          <p:stCondLst>
                                            <p:cond delay="0"/>
                                          </p:stCondLst>
                                        </p:cTn>
                                        <p:tgtEl>
                                          <p:spTgt spid="33"/>
                                        </p:tgtEl>
                                        <p:attrNameLst>
                                          <p:attrName>style.visibility</p:attrName>
                                        </p:attrNameLst>
                                      </p:cBhvr>
                                      <p:to>
                                        <p:strVal val="visible"/>
                                      </p:to>
                                    </p:set>
                                    <p:animEffect transition="in" filter="fade">
                                      <p:cBhvr>
                                        <p:cTn id="218" dur="1000"/>
                                        <p:tgtEl>
                                          <p:spTgt spid="33"/>
                                        </p:tgtEl>
                                      </p:cBhvr>
                                    </p:animEffect>
                                    <p:anim calcmode="lin" valueType="num">
                                      <p:cBhvr>
                                        <p:cTn id="219" dur="1000" fill="hold"/>
                                        <p:tgtEl>
                                          <p:spTgt spid="33"/>
                                        </p:tgtEl>
                                        <p:attrNameLst>
                                          <p:attrName>ppt_x</p:attrName>
                                        </p:attrNameLst>
                                      </p:cBhvr>
                                      <p:tavLst>
                                        <p:tav tm="0">
                                          <p:val>
                                            <p:strVal val="#ppt_x"/>
                                          </p:val>
                                        </p:tav>
                                        <p:tav tm="100000">
                                          <p:val>
                                            <p:strVal val="#ppt_x"/>
                                          </p:val>
                                        </p:tav>
                                      </p:tavLst>
                                    </p:anim>
                                    <p:anim calcmode="lin" valueType="num">
                                      <p:cBhvr>
                                        <p:cTn id="220" dur="1000" fill="hold"/>
                                        <p:tgtEl>
                                          <p:spTgt spid="33"/>
                                        </p:tgtEl>
                                        <p:attrNameLst>
                                          <p:attrName>ppt_y</p:attrName>
                                        </p:attrNameLst>
                                      </p:cBhvr>
                                      <p:tavLst>
                                        <p:tav tm="0">
                                          <p:val>
                                            <p:strVal val="#ppt_y+.1"/>
                                          </p:val>
                                        </p:tav>
                                        <p:tav tm="100000">
                                          <p:val>
                                            <p:strVal val="#ppt_y"/>
                                          </p:val>
                                        </p:tav>
                                      </p:tavLst>
                                    </p:anim>
                                  </p:childTnLst>
                                </p:cTn>
                              </p:par>
                              <p:par>
                                <p:cTn id="221" presetID="42" presetClass="entr" presetSubtype="0" fill="hold" nodeType="withEffect">
                                  <p:stCondLst>
                                    <p:cond delay="0"/>
                                  </p:stCondLst>
                                  <p:childTnLst>
                                    <p:set>
                                      <p:cBhvr>
                                        <p:cTn id="222" dur="1" fill="hold">
                                          <p:stCondLst>
                                            <p:cond delay="0"/>
                                          </p:stCondLst>
                                        </p:cTn>
                                        <p:tgtEl>
                                          <p:spTgt spid="34"/>
                                        </p:tgtEl>
                                        <p:attrNameLst>
                                          <p:attrName>style.visibility</p:attrName>
                                        </p:attrNameLst>
                                      </p:cBhvr>
                                      <p:to>
                                        <p:strVal val="visible"/>
                                      </p:to>
                                    </p:set>
                                    <p:animEffect transition="in" filter="fade">
                                      <p:cBhvr>
                                        <p:cTn id="223" dur="1000"/>
                                        <p:tgtEl>
                                          <p:spTgt spid="34"/>
                                        </p:tgtEl>
                                      </p:cBhvr>
                                    </p:animEffect>
                                    <p:anim calcmode="lin" valueType="num">
                                      <p:cBhvr>
                                        <p:cTn id="224" dur="1000" fill="hold"/>
                                        <p:tgtEl>
                                          <p:spTgt spid="34"/>
                                        </p:tgtEl>
                                        <p:attrNameLst>
                                          <p:attrName>ppt_x</p:attrName>
                                        </p:attrNameLst>
                                      </p:cBhvr>
                                      <p:tavLst>
                                        <p:tav tm="0">
                                          <p:val>
                                            <p:strVal val="#ppt_x"/>
                                          </p:val>
                                        </p:tav>
                                        <p:tav tm="100000">
                                          <p:val>
                                            <p:strVal val="#ppt_x"/>
                                          </p:val>
                                        </p:tav>
                                      </p:tavLst>
                                    </p:anim>
                                    <p:anim calcmode="lin" valueType="num">
                                      <p:cBhvr>
                                        <p:cTn id="225" dur="1000" fill="hold"/>
                                        <p:tgtEl>
                                          <p:spTgt spid="34"/>
                                        </p:tgtEl>
                                        <p:attrNameLst>
                                          <p:attrName>ppt_y</p:attrName>
                                        </p:attrNameLst>
                                      </p:cBhvr>
                                      <p:tavLst>
                                        <p:tav tm="0">
                                          <p:val>
                                            <p:strVal val="#ppt_y+.1"/>
                                          </p:val>
                                        </p:tav>
                                        <p:tav tm="100000">
                                          <p:val>
                                            <p:strVal val="#ppt_y"/>
                                          </p:val>
                                        </p:tav>
                                      </p:tavLst>
                                    </p:anim>
                                  </p:childTnLst>
                                </p:cTn>
                              </p:par>
                              <p:par>
                                <p:cTn id="226" presetID="42" presetClass="entr" presetSubtype="0" fill="hold" nodeType="withEffect">
                                  <p:stCondLst>
                                    <p:cond delay="0"/>
                                  </p:stCondLst>
                                  <p:childTnLst>
                                    <p:set>
                                      <p:cBhvr>
                                        <p:cTn id="227" dur="1" fill="hold">
                                          <p:stCondLst>
                                            <p:cond delay="0"/>
                                          </p:stCondLst>
                                        </p:cTn>
                                        <p:tgtEl>
                                          <p:spTgt spid="35"/>
                                        </p:tgtEl>
                                        <p:attrNameLst>
                                          <p:attrName>style.visibility</p:attrName>
                                        </p:attrNameLst>
                                      </p:cBhvr>
                                      <p:to>
                                        <p:strVal val="visible"/>
                                      </p:to>
                                    </p:set>
                                    <p:animEffect transition="in" filter="fade">
                                      <p:cBhvr>
                                        <p:cTn id="228" dur="1000"/>
                                        <p:tgtEl>
                                          <p:spTgt spid="35"/>
                                        </p:tgtEl>
                                      </p:cBhvr>
                                    </p:animEffect>
                                    <p:anim calcmode="lin" valueType="num">
                                      <p:cBhvr>
                                        <p:cTn id="229" dur="1000" fill="hold"/>
                                        <p:tgtEl>
                                          <p:spTgt spid="35"/>
                                        </p:tgtEl>
                                        <p:attrNameLst>
                                          <p:attrName>ppt_x</p:attrName>
                                        </p:attrNameLst>
                                      </p:cBhvr>
                                      <p:tavLst>
                                        <p:tav tm="0">
                                          <p:val>
                                            <p:strVal val="#ppt_x"/>
                                          </p:val>
                                        </p:tav>
                                        <p:tav tm="100000">
                                          <p:val>
                                            <p:strVal val="#ppt_x"/>
                                          </p:val>
                                        </p:tav>
                                      </p:tavLst>
                                    </p:anim>
                                    <p:anim calcmode="lin" valueType="num">
                                      <p:cBhvr>
                                        <p:cTn id="230" dur="1000" fill="hold"/>
                                        <p:tgtEl>
                                          <p:spTgt spid="35"/>
                                        </p:tgtEl>
                                        <p:attrNameLst>
                                          <p:attrName>ppt_y</p:attrName>
                                        </p:attrNameLst>
                                      </p:cBhvr>
                                      <p:tavLst>
                                        <p:tav tm="0">
                                          <p:val>
                                            <p:strVal val="#ppt_y+.1"/>
                                          </p:val>
                                        </p:tav>
                                        <p:tav tm="100000">
                                          <p:val>
                                            <p:strVal val="#ppt_y"/>
                                          </p:val>
                                        </p:tav>
                                      </p:tavLst>
                                    </p:anim>
                                  </p:childTnLst>
                                </p:cTn>
                              </p:par>
                              <p:par>
                                <p:cTn id="231" presetID="42" presetClass="entr" presetSubtype="0" fill="hold" nodeType="withEffect">
                                  <p:stCondLst>
                                    <p:cond delay="0"/>
                                  </p:stCondLst>
                                  <p:childTnLst>
                                    <p:set>
                                      <p:cBhvr>
                                        <p:cTn id="232" dur="1" fill="hold">
                                          <p:stCondLst>
                                            <p:cond delay="0"/>
                                          </p:stCondLst>
                                        </p:cTn>
                                        <p:tgtEl>
                                          <p:spTgt spid="36"/>
                                        </p:tgtEl>
                                        <p:attrNameLst>
                                          <p:attrName>style.visibility</p:attrName>
                                        </p:attrNameLst>
                                      </p:cBhvr>
                                      <p:to>
                                        <p:strVal val="visible"/>
                                      </p:to>
                                    </p:set>
                                    <p:animEffect transition="in" filter="fade">
                                      <p:cBhvr>
                                        <p:cTn id="233" dur="1000"/>
                                        <p:tgtEl>
                                          <p:spTgt spid="36"/>
                                        </p:tgtEl>
                                      </p:cBhvr>
                                    </p:animEffect>
                                    <p:anim calcmode="lin" valueType="num">
                                      <p:cBhvr>
                                        <p:cTn id="234" dur="1000" fill="hold"/>
                                        <p:tgtEl>
                                          <p:spTgt spid="36"/>
                                        </p:tgtEl>
                                        <p:attrNameLst>
                                          <p:attrName>ppt_x</p:attrName>
                                        </p:attrNameLst>
                                      </p:cBhvr>
                                      <p:tavLst>
                                        <p:tav tm="0">
                                          <p:val>
                                            <p:strVal val="#ppt_x"/>
                                          </p:val>
                                        </p:tav>
                                        <p:tav tm="100000">
                                          <p:val>
                                            <p:strVal val="#ppt_x"/>
                                          </p:val>
                                        </p:tav>
                                      </p:tavLst>
                                    </p:anim>
                                    <p:anim calcmode="lin" valueType="num">
                                      <p:cBhvr>
                                        <p:cTn id="235" dur="1000" fill="hold"/>
                                        <p:tgtEl>
                                          <p:spTgt spid="36"/>
                                        </p:tgtEl>
                                        <p:attrNameLst>
                                          <p:attrName>ppt_y</p:attrName>
                                        </p:attrNameLst>
                                      </p:cBhvr>
                                      <p:tavLst>
                                        <p:tav tm="0">
                                          <p:val>
                                            <p:strVal val="#ppt_y+.1"/>
                                          </p:val>
                                        </p:tav>
                                        <p:tav tm="100000">
                                          <p:val>
                                            <p:strVal val="#ppt_y"/>
                                          </p:val>
                                        </p:tav>
                                      </p:tavLst>
                                    </p:anim>
                                  </p:childTnLst>
                                </p:cTn>
                              </p:par>
                              <p:par>
                                <p:cTn id="236" presetID="42" presetClass="entr" presetSubtype="0" fill="hold" nodeType="withEffect">
                                  <p:stCondLst>
                                    <p:cond delay="0"/>
                                  </p:stCondLst>
                                  <p:childTnLst>
                                    <p:set>
                                      <p:cBhvr>
                                        <p:cTn id="237" dur="1" fill="hold">
                                          <p:stCondLst>
                                            <p:cond delay="0"/>
                                          </p:stCondLst>
                                        </p:cTn>
                                        <p:tgtEl>
                                          <p:spTgt spid="37"/>
                                        </p:tgtEl>
                                        <p:attrNameLst>
                                          <p:attrName>style.visibility</p:attrName>
                                        </p:attrNameLst>
                                      </p:cBhvr>
                                      <p:to>
                                        <p:strVal val="visible"/>
                                      </p:to>
                                    </p:set>
                                    <p:animEffect transition="in" filter="fade">
                                      <p:cBhvr>
                                        <p:cTn id="238" dur="1000"/>
                                        <p:tgtEl>
                                          <p:spTgt spid="37"/>
                                        </p:tgtEl>
                                      </p:cBhvr>
                                    </p:animEffect>
                                    <p:anim calcmode="lin" valueType="num">
                                      <p:cBhvr>
                                        <p:cTn id="239" dur="1000" fill="hold"/>
                                        <p:tgtEl>
                                          <p:spTgt spid="37"/>
                                        </p:tgtEl>
                                        <p:attrNameLst>
                                          <p:attrName>ppt_x</p:attrName>
                                        </p:attrNameLst>
                                      </p:cBhvr>
                                      <p:tavLst>
                                        <p:tav tm="0">
                                          <p:val>
                                            <p:strVal val="#ppt_x"/>
                                          </p:val>
                                        </p:tav>
                                        <p:tav tm="100000">
                                          <p:val>
                                            <p:strVal val="#ppt_x"/>
                                          </p:val>
                                        </p:tav>
                                      </p:tavLst>
                                    </p:anim>
                                    <p:anim calcmode="lin" valueType="num">
                                      <p:cBhvr>
                                        <p:cTn id="240" dur="1000" fill="hold"/>
                                        <p:tgtEl>
                                          <p:spTgt spid="37"/>
                                        </p:tgtEl>
                                        <p:attrNameLst>
                                          <p:attrName>ppt_y</p:attrName>
                                        </p:attrNameLst>
                                      </p:cBhvr>
                                      <p:tavLst>
                                        <p:tav tm="0">
                                          <p:val>
                                            <p:strVal val="#ppt_y+.1"/>
                                          </p:val>
                                        </p:tav>
                                        <p:tav tm="100000">
                                          <p:val>
                                            <p:strVal val="#ppt_y"/>
                                          </p:val>
                                        </p:tav>
                                      </p:tavLst>
                                    </p:anim>
                                  </p:childTnLst>
                                </p:cTn>
                              </p:par>
                              <p:par>
                                <p:cTn id="241" presetID="42" presetClass="entr" presetSubtype="0" fill="hold" nodeType="withEffect">
                                  <p:stCondLst>
                                    <p:cond delay="0"/>
                                  </p:stCondLst>
                                  <p:childTnLst>
                                    <p:set>
                                      <p:cBhvr>
                                        <p:cTn id="242" dur="1" fill="hold">
                                          <p:stCondLst>
                                            <p:cond delay="0"/>
                                          </p:stCondLst>
                                        </p:cTn>
                                        <p:tgtEl>
                                          <p:spTgt spid="22"/>
                                        </p:tgtEl>
                                        <p:attrNameLst>
                                          <p:attrName>style.visibility</p:attrName>
                                        </p:attrNameLst>
                                      </p:cBhvr>
                                      <p:to>
                                        <p:strVal val="visible"/>
                                      </p:to>
                                    </p:set>
                                    <p:animEffect transition="in" filter="fade">
                                      <p:cBhvr>
                                        <p:cTn id="243" dur="1000"/>
                                        <p:tgtEl>
                                          <p:spTgt spid="22"/>
                                        </p:tgtEl>
                                      </p:cBhvr>
                                    </p:animEffect>
                                    <p:anim calcmode="lin" valueType="num">
                                      <p:cBhvr>
                                        <p:cTn id="244" dur="1000" fill="hold"/>
                                        <p:tgtEl>
                                          <p:spTgt spid="22"/>
                                        </p:tgtEl>
                                        <p:attrNameLst>
                                          <p:attrName>ppt_x</p:attrName>
                                        </p:attrNameLst>
                                      </p:cBhvr>
                                      <p:tavLst>
                                        <p:tav tm="0">
                                          <p:val>
                                            <p:strVal val="#ppt_x"/>
                                          </p:val>
                                        </p:tav>
                                        <p:tav tm="100000">
                                          <p:val>
                                            <p:strVal val="#ppt_x"/>
                                          </p:val>
                                        </p:tav>
                                      </p:tavLst>
                                    </p:anim>
                                    <p:anim calcmode="lin" valueType="num">
                                      <p:cBhvr>
                                        <p:cTn id="24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46" fill="hold">
                      <p:stCondLst>
                        <p:cond delay="indefinite"/>
                      </p:stCondLst>
                      <p:childTnLst>
                        <p:par>
                          <p:cTn id="247" fill="hold">
                            <p:stCondLst>
                              <p:cond delay="0"/>
                            </p:stCondLst>
                            <p:childTnLst>
                              <p:par>
                                <p:cTn id="248" presetID="42" presetClass="entr" presetSubtype="0" fill="hold" grpId="0" nodeType="clickEffect">
                                  <p:stCondLst>
                                    <p:cond delay="0"/>
                                  </p:stCondLst>
                                  <p:childTnLst>
                                    <p:set>
                                      <p:cBhvr>
                                        <p:cTn id="249" dur="1" fill="hold">
                                          <p:stCondLst>
                                            <p:cond delay="0"/>
                                          </p:stCondLst>
                                        </p:cTn>
                                        <p:tgtEl>
                                          <p:spTgt spid="53"/>
                                        </p:tgtEl>
                                        <p:attrNameLst>
                                          <p:attrName>style.visibility</p:attrName>
                                        </p:attrNameLst>
                                      </p:cBhvr>
                                      <p:to>
                                        <p:strVal val="visible"/>
                                      </p:to>
                                    </p:set>
                                    <p:animEffect transition="in" filter="fade">
                                      <p:cBhvr>
                                        <p:cTn id="250" dur="1000"/>
                                        <p:tgtEl>
                                          <p:spTgt spid="53"/>
                                        </p:tgtEl>
                                      </p:cBhvr>
                                    </p:animEffect>
                                    <p:anim calcmode="lin" valueType="num">
                                      <p:cBhvr>
                                        <p:cTn id="251" dur="1000" fill="hold"/>
                                        <p:tgtEl>
                                          <p:spTgt spid="53"/>
                                        </p:tgtEl>
                                        <p:attrNameLst>
                                          <p:attrName>ppt_x</p:attrName>
                                        </p:attrNameLst>
                                      </p:cBhvr>
                                      <p:tavLst>
                                        <p:tav tm="0">
                                          <p:val>
                                            <p:strVal val="#ppt_x"/>
                                          </p:val>
                                        </p:tav>
                                        <p:tav tm="100000">
                                          <p:val>
                                            <p:strVal val="#ppt_x"/>
                                          </p:val>
                                        </p:tav>
                                      </p:tavLst>
                                    </p:anim>
                                    <p:anim calcmode="lin" valueType="num">
                                      <p:cBhvr>
                                        <p:cTn id="252"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253" fill="hold">
                      <p:stCondLst>
                        <p:cond delay="indefinite"/>
                      </p:stCondLst>
                      <p:childTnLst>
                        <p:par>
                          <p:cTn id="254" fill="hold">
                            <p:stCondLst>
                              <p:cond delay="0"/>
                            </p:stCondLst>
                            <p:childTnLst>
                              <p:par>
                                <p:cTn id="255" presetID="42" presetClass="entr" presetSubtype="0" fill="hold" grpId="0" nodeType="clickEffect">
                                  <p:stCondLst>
                                    <p:cond delay="0"/>
                                  </p:stCondLst>
                                  <p:childTnLst>
                                    <p:set>
                                      <p:cBhvr>
                                        <p:cTn id="256" dur="1" fill="hold">
                                          <p:stCondLst>
                                            <p:cond delay="0"/>
                                          </p:stCondLst>
                                        </p:cTn>
                                        <p:tgtEl>
                                          <p:spTgt spid="54"/>
                                        </p:tgtEl>
                                        <p:attrNameLst>
                                          <p:attrName>style.visibility</p:attrName>
                                        </p:attrNameLst>
                                      </p:cBhvr>
                                      <p:to>
                                        <p:strVal val="visible"/>
                                      </p:to>
                                    </p:set>
                                    <p:animEffect transition="in" filter="fade">
                                      <p:cBhvr>
                                        <p:cTn id="257" dur="1000"/>
                                        <p:tgtEl>
                                          <p:spTgt spid="54"/>
                                        </p:tgtEl>
                                      </p:cBhvr>
                                    </p:animEffect>
                                    <p:anim calcmode="lin" valueType="num">
                                      <p:cBhvr>
                                        <p:cTn id="258" dur="1000" fill="hold"/>
                                        <p:tgtEl>
                                          <p:spTgt spid="54"/>
                                        </p:tgtEl>
                                        <p:attrNameLst>
                                          <p:attrName>ppt_x</p:attrName>
                                        </p:attrNameLst>
                                      </p:cBhvr>
                                      <p:tavLst>
                                        <p:tav tm="0">
                                          <p:val>
                                            <p:strVal val="#ppt_x"/>
                                          </p:val>
                                        </p:tav>
                                        <p:tav tm="100000">
                                          <p:val>
                                            <p:strVal val="#ppt_x"/>
                                          </p:val>
                                        </p:tav>
                                      </p:tavLst>
                                    </p:anim>
                                    <p:anim calcmode="lin" valueType="num">
                                      <p:cBhvr>
                                        <p:cTn id="259"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260" fill="hold">
                      <p:stCondLst>
                        <p:cond delay="indefinite"/>
                      </p:stCondLst>
                      <p:childTnLst>
                        <p:par>
                          <p:cTn id="261" fill="hold">
                            <p:stCondLst>
                              <p:cond delay="0"/>
                            </p:stCondLst>
                            <p:childTnLst>
                              <p:par>
                                <p:cTn id="262" presetID="42" presetClass="entr" presetSubtype="0" fill="hold" grpId="0" nodeType="clickEffect">
                                  <p:stCondLst>
                                    <p:cond delay="0"/>
                                  </p:stCondLst>
                                  <p:childTnLst>
                                    <p:set>
                                      <p:cBhvr>
                                        <p:cTn id="263" dur="1" fill="hold">
                                          <p:stCondLst>
                                            <p:cond delay="0"/>
                                          </p:stCondLst>
                                        </p:cTn>
                                        <p:tgtEl>
                                          <p:spTgt spid="55"/>
                                        </p:tgtEl>
                                        <p:attrNameLst>
                                          <p:attrName>style.visibility</p:attrName>
                                        </p:attrNameLst>
                                      </p:cBhvr>
                                      <p:to>
                                        <p:strVal val="visible"/>
                                      </p:to>
                                    </p:set>
                                    <p:animEffect transition="in" filter="fade">
                                      <p:cBhvr>
                                        <p:cTn id="264" dur="1000"/>
                                        <p:tgtEl>
                                          <p:spTgt spid="55"/>
                                        </p:tgtEl>
                                      </p:cBhvr>
                                    </p:animEffect>
                                    <p:anim calcmode="lin" valueType="num">
                                      <p:cBhvr>
                                        <p:cTn id="265" dur="1000" fill="hold"/>
                                        <p:tgtEl>
                                          <p:spTgt spid="55"/>
                                        </p:tgtEl>
                                        <p:attrNameLst>
                                          <p:attrName>ppt_x</p:attrName>
                                        </p:attrNameLst>
                                      </p:cBhvr>
                                      <p:tavLst>
                                        <p:tav tm="0">
                                          <p:val>
                                            <p:strVal val="#ppt_x"/>
                                          </p:val>
                                        </p:tav>
                                        <p:tav tm="100000">
                                          <p:val>
                                            <p:strVal val="#ppt_x"/>
                                          </p:val>
                                        </p:tav>
                                      </p:tavLst>
                                    </p:anim>
                                    <p:anim calcmode="lin" valueType="num">
                                      <p:cBhvr>
                                        <p:cTn id="266"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267" fill="hold">
                      <p:stCondLst>
                        <p:cond delay="indefinite"/>
                      </p:stCondLst>
                      <p:childTnLst>
                        <p:par>
                          <p:cTn id="268" fill="hold">
                            <p:stCondLst>
                              <p:cond delay="0"/>
                            </p:stCondLst>
                            <p:childTnLst>
                              <p:par>
                                <p:cTn id="269" presetID="42" presetClass="entr" presetSubtype="0" fill="hold" grpId="0" nodeType="clickEffect">
                                  <p:stCondLst>
                                    <p:cond delay="0"/>
                                  </p:stCondLst>
                                  <p:childTnLst>
                                    <p:set>
                                      <p:cBhvr>
                                        <p:cTn id="270" dur="1" fill="hold">
                                          <p:stCondLst>
                                            <p:cond delay="0"/>
                                          </p:stCondLst>
                                        </p:cTn>
                                        <p:tgtEl>
                                          <p:spTgt spid="56"/>
                                        </p:tgtEl>
                                        <p:attrNameLst>
                                          <p:attrName>style.visibility</p:attrName>
                                        </p:attrNameLst>
                                      </p:cBhvr>
                                      <p:to>
                                        <p:strVal val="visible"/>
                                      </p:to>
                                    </p:set>
                                    <p:animEffect transition="in" filter="fade">
                                      <p:cBhvr>
                                        <p:cTn id="271" dur="1000"/>
                                        <p:tgtEl>
                                          <p:spTgt spid="56"/>
                                        </p:tgtEl>
                                      </p:cBhvr>
                                    </p:animEffect>
                                    <p:anim calcmode="lin" valueType="num">
                                      <p:cBhvr>
                                        <p:cTn id="272" dur="1000" fill="hold"/>
                                        <p:tgtEl>
                                          <p:spTgt spid="56"/>
                                        </p:tgtEl>
                                        <p:attrNameLst>
                                          <p:attrName>ppt_x</p:attrName>
                                        </p:attrNameLst>
                                      </p:cBhvr>
                                      <p:tavLst>
                                        <p:tav tm="0">
                                          <p:val>
                                            <p:strVal val="#ppt_x"/>
                                          </p:val>
                                        </p:tav>
                                        <p:tav tm="100000">
                                          <p:val>
                                            <p:strVal val="#ppt_x"/>
                                          </p:val>
                                        </p:tav>
                                      </p:tavLst>
                                    </p:anim>
                                    <p:anim calcmode="lin" valueType="num">
                                      <p:cBhvr>
                                        <p:cTn id="273"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74" fill="hold">
                      <p:stCondLst>
                        <p:cond delay="indefinite"/>
                      </p:stCondLst>
                      <p:childTnLst>
                        <p:par>
                          <p:cTn id="275" fill="hold">
                            <p:stCondLst>
                              <p:cond delay="0"/>
                            </p:stCondLst>
                            <p:childTnLst>
                              <p:par>
                                <p:cTn id="276" presetID="42" presetClass="entr" presetSubtype="0" fill="hold" grpId="0" nodeType="clickEffect">
                                  <p:stCondLst>
                                    <p:cond delay="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000"/>
                                        <p:tgtEl>
                                          <p:spTgt spid="57"/>
                                        </p:tgtEl>
                                      </p:cBhvr>
                                    </p:animEffect>
                                    <p:anim calcmode="lin" valueType="num">
                                      <p:cBhvr>
                                        <p:cTn id="279" dur="1000" fill="hold"/>
                                        <p:tgtEl>
                                          <p:spTgt spid="57"/>
                                        </p:tgtEl>
                                        <p:attrNameLst>
                                          <p:attrName>ppt_x</p:attrName>
                                        </p:attrNameLst>
                                      </p:cBhvr>
                                      <p:tavLst>
                                        <p:tav tm="0">
                                          <p:val>
                                            <p:strVal val="#ppt_x"/>
                                          </p:val>
                                        </p:tav>
                                        <p:tav tm="100000">
                                          <p:val>
                                            <p:strVal val="#ppt_x"/>
                                          </p:val>
                                        </p:tav>
                                      </p:tavLst>
                                    </p:anim>
                                    <p:anim calcmode="lin" valueType="num">
                                      <p:cBhvr>
                                        <p:cTn id="280"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8612"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2387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381000" y="838200"/>
            <a:ext cx="762000" cy="38100"/>
          </a:xfrm>
          <a:prstGeom prst="rect">
            <a:avLst/>
          </a:prstGeom>
        </p:spPr>
      </p:pic>
      <p:pic>
        <p:nvPicPr>
          <p:cNvPr id="6" name="Image 4" descr="preencoded.png"/>
          <p:cNvPicPr>
            <a:picLocks noChangeAspect="1"/>
          </p:cNvPicPr>
          <p:nvPr/>
        </p:nvPicPr>
        <p:blipFill>
          <a:blip r:embed="rId7"/>
          <a:stretch>
            <a:fillRect/>
          </a:stretch>
        </p:blipFill>
        <p:spPr>
          <a:xfrm>
            <a:off x="381000" y="1057275"/>
            <a:ext cx="285750" cy="228600"/>
          </a:xfrm>
          <a:prstGeom prst="rect">
            <a:avLst/>
          </a:prstGeom>
        </p:spPr>
      </p:pic>
      <p:pic>
        <p:nvPicPr>
          <p:cNvPr id="7" name="Image 5" descr="preencoded.png"/>
          <p:cNvPicPr>
            <a:picLocks noChangeAspect="1"/>
          </p:cNvPicPr>
          <p:nvPr/>
        </p:nvPicPr>
        <p:blipFill>
          <a:blip r:embed="rId8"/>
          <a:stretch>
            <a:fillRect/>
          </a:stretch>
        </p:blipFill>
        <p:spPr>
          <a:xfrm>
            <a:off x="381000" y="1447800"/>
            <a:ext cx="6705600" cy="571500"/>
          </a:xfrm>
          <a:prstGeom prst="rect">
            <a:avLst/>
          </a:prstGeom>
        </p:spPr>
      </p:pic>
      <p:pic>
        <p:nvPicPr>
          <p:cNvPr id="8" name="Image 6" descr="preencoded.png"/>
          <p:cNvPicPr>
            <a:picLocks noChangeAspect="1"/>
          </p:cNvPicPr>
          <p:nvPr/>
        </p:nvPicPr>
        <p:blipFill>
          <a:blip r:embed="rId9"/>
          <a:stretch>
            <a:fillRect/>
          </a:stretch>
        </p:blipFill>
        <p:spPr>
          <a:xfrm>
            <a:off x="457200" y="1543050"/>
            <a:ext cx="381000" cy="381000"/>
          </a:xfrm>
          <a:prstGeom prst="rect">
            <a:avLst/>
          </a:prstGeom>
        </p:spPr>
      </p:pic>
      <p:pic>
        <p:nvPicPr>
          <p:cNvPr id="9" name="Image 7" descr="preencoded.png"/>
          <p:cNvPicPr>
            <a:picLocks noChangeAspect="1"/>
          </p:cNvPicPr>
          <p:nvPr/>
        </p:nvPicPr>
        <p:blipFill>
          <a:blip r:embed="rId10"/>
          <a:stretch>
            <a:fillRect/>
          </a:stretch>
        </p:blipFill>
        <p:spPr>
          <a:xfrm>
            <a:off x="571500" y="1657350"/>
            <a:ext cx="152400" cy="152400"/>
          </a:xfrm>
          <a:prstGeom prst="rect">
            <a:avLst/>
          </a:prstGeom>
        </p:spPr>
      </p:pic>
      <p:pic>
        <p:nvPicPr>
          <p:cNvPr id="10" name="Image 8" descr="preencoded.png"/>
          <p:cNvPicPr>
            <a:picLocks noChangeAspect="1"/>
          </p:cNvPicPr>
          <p:nvPr/>
        </p:nvPicPr>
        <p:blipFill>
          <a:blip r:embed="rId8"/>
          <a:stretch>
            <a:fillRect/>
          </a:stretch>
        </p:blipFill>
        <p:spPr>
          <a:xfrm>
            <a:off x="381000" y="2095500"/>
            <a:ext cx="6705600" cy="571500"/>
          </a:xfrm>
          <a:prstGeom prst="rect">
            <a:avLst/>
          </a:prstGeom>
        </p:spPr>
      </p:pic>
      <p:pic>
        <p:nvPicPr>
          <p:cNvPr id="11" name="Image 9" descr="preencoded.png"/>
          <p:cNvPicPr>
            <a:picLocks noChangeAspect="1"/>
          </p:cNvPicPr>
          <p:nvPr/>
        </p:nvPicPr>
        <p:blipFill>
          <a:blip r:embed="rId11"/>
          <a:stretch>
            <a:fillRect/>
          </a:stretch>
        </p:blipFill>
        <p:spPr>
          <a:xfrm>
            <a:off x="457200" y="2190750"/>
            <a:ext cx="381000" cy="381000"/>
          </a:xfrm>
          <a:prstGeom prst="rect">
            <a:avLst/>
          </a:prstGeom>
        </p:spPr>
      </p:pic>
      <p:pic>
        <p:nvPicPr>
          <p:cNvPr id="12" name="Image 10" descr="preencoded.png"/>
          <p:cNvPicPr>
            <a:picLocks noChangeAspect="1"/>
          </p:cNvPicPr>
          <p:nvPr/>
        </p:nvPicPr>
        <p:blipFill>
          <a:blip r:embed="rId12"/>
          <a:stretch>
            <a:fillRect/>
          </a:stretch>
        </p:blipFill>
        <p:spPr>
          <a:xfrm>
            <a:off x="571500" y="2305050"/>
            <a:ext cx="152400" cy="152400"/>
          </a:xfrm>
          <a:prstGeom prst="rect">
            <a:avLst/>
          </a:prstGeom>
        </p:spPr>
      </p:pic>
      <p:pic>
        <p:nvPicPr>
          <p:cNvPr id="13" name="Image 11" descr="preencoded.png"/>
          <p:cNvPicPr>
            <a:picLocks noChangeAspect="1"/>
          </p:cNvPicPr>
          <p:nvPr/>
        </p:nvPicPr>
        <p:blipFill>
          <a:blip r:embed="rId8"/>
          <a:stretch>
            <a:fillRect/>
          </a:stretch>
        </p:blipFill>
        <p:spPr>
          <a:xfrm>
            <a:off x="381000" y="2743200"/>
            <a:ext cx="6705600" cy="571500"/>
          </a:xfrm>
          <a:prstGeom prst="rect">
            <a:avLst/>
          </a:prstGeom>
        </p:spPr>
      </p:pic>
      <p:pic>
        <p:nvPicPr>
          <p:cNvPr id="14" name="Image 12" descr="preencoded.png"/>
          <p:cNvPicPr>
            <a:picLocks noChangeAspect="1"/>
          </p:cNvPicPr>
          <p:nvPr/>
        </p:nvPicPr>
        <p:blipFill>
          <a:blip r:embed="rId13"/>
          <a:stretch>
            <a:fillRect/>
          </a:stretch>
        </p:blipFill>
        <p:spPr>
          <a:xfrm>
            <a:off x="457200" y="2838450"/>
            <a:ext cx="381000" cy="381000"/>
          </a:xfrm>
          <a:prstGeom prst="rect">
            <a:avLst/>
          </a:prstGeom>
        </p:spPr>
      </p:pic>
      <p:pic>
        <p:nvPicPr>
          <p:cNvPr id="15" name="Image 13" descr="preencoded.png"/>
          <p:cNvPicPr>
            <a:picLocks noChangeAspect="1"/>
          </p:cNvPicPr>
          <p:nvPr/>
        </p:nvPicPr>
        <p:blipFill>
          <a:blip r:embed="rId14"/>
          <a:stretch>
            <a:fillRect/>
          </a:stretch>
        </p:blipFill>
        <p:spPr>
          <a:xfrm>
            <a:off x="571500" y="2952750"/>
            <a:ext cx="152400" cy="152400"/>
          </a:xfrm>
          <a:prstGeom prst="rect">
            <a:avLst/>
          </a:prstGeom>
        </p:spPr>
      </p:pic>
      <p:pic>
        <p:nvPicPr>
          <p:cNvPr id="16" name="Image 14" descr="preencoded.png"/>
          <p:cNvPicPr>
            <a:picLocks noChangeAspect="1"/>
          </p:cNvPicPr>
          <p:nvPr/>
        </p:nvPicPr>
        <p:blipFill>
          <a:blip r:embed="rId8"/>
          <a:stretch>
            <a:fillRect/>
          </a:stretch>
        </p:blipFill>
        <p:spPr>
          <a:xfrm>
            <a:off x="381000" y="3390900"/>
            <a:ext cx="6705600" cy="571500"/>
          </a:xfrm>
          <a:prstGeom prst="rect">
            <a:avLst/>
          </a:prstGeom>
        </p:spPr>
      </p:pic>
      <p:pic>
        <p:nvPicPr>
          <p:cNvPr id="17" name="Image 15" descr="preencoded.png"/>
          <p:cNvPicPr>
            <a:picLocks noChangeAspect="1"/>
          </p:cNvPicPr>
          <p:nvPr/>
        </p:nvPicPr>
        <p:blipFill>
          <a:blip r:embed="rId13"/>
          <a:stretch>
            <a:fillRect/>
          </a:stretch>
        </p:blipFill>
        <p:spPr>
          <a:xfrm>
            <a:off x="457200" y="3486150"/>
            <a:ext cx="381000" cy="381000"/>
          </a:xfrm>
          <a:prstGeom prst="rect">
            <a:avLst/>
          </a:prstGeom>
        </p:spPr>
      </p:pic>
      <p:pic>
        <p:nvPicPr>
          <p:cNvPr id="18" name="Image 16" descr="preencoded.png"/>
          <p:cNvPicPr>
            <a:picLocks noChangeAspect="1"/>
          </p:cNvPicPr>
          <p:nvPr/>
        </p:nvPicPr>
        <p:blipFill>
          <a:blip r:embed="rId15"/>
          <a:stretch>
            <a:fillRect/>
          </a:stretch>
        </p:blipFill>
        <p:spPr>
          <a:xfrm>
            <a:off x="561975" y="3600450"/>
            <a:ext cx="171450" cy="152400"/>
          </a:xfrm>
          <a:prstGeom prst="rect">
            <a:avLst/>
          </a:prstGeom>
        </p:spPr>
      </p:pic>
      <p:pic>
        <p:nvPicPr>
          <p:cNvPr id="19" name="Image 17" descr="preencoded.png"/>
          <p:cNvPicPr>
            <a:picLocks noChangeAspect="1"/>
          </p:cNvPicPr>
          <p:nvPr/>
        </p:nvPicPr>
        <p:blipFill>
          <a:blip r:embed="rId16"/>
          <a:stretch>
            <a:fillRect/>
          </a:stretch>
        </p:blipFill>
        <p:spPr>
          <a:xfrm>
            <a:off x="7391400" y="1028700"/>
            <a:ext cx="4419600" cy="1600200"/>
          </a:xfrm>
          <a:prstGeom prst="rect">
            <a:avLst/>
          </a:prstGeom>
        </p:spPr>
      </p:pic>
      <p:pic>
        <p:nvPicPr>
          <p:cNvPr id="20" name="Image 18" descr="preencoded.png"/>
          <p:cNvPicPr>
            <a:picLocks noChangeAspect="1"/>
          </p:cNvPicPr>
          <p:nvPr/>
        </p:nvPicPr>
        <p:blipFill>
          <a:blip r:embed="rId17"/>
          <a:stretch>
            <a:fillRect/>
          </a:stretch>
        </p:blipFill>
        <p:spPr>
          <a:xfrm>
            <a:off x="7505700" y="1181100"/>
            <a:ext cx="238125" cy="190500"/>
          </a:xfrm>
          <a:prstGeom prst="rect">
            <a:avLst/>
          </a:prstGeom>
        </p:spPr>
      </p:pic>
      <p:pic>
        <p:nvPicPr>
          <p:cNvPr id="21" name="Image 19" descr="preencoded.png"/>
          <p:cNvPicPr>
            <a:picLocks noChangeAspect="1"/>
          </p:cNvPicPr>
          <p:nvPr/>
        </p:nvPicPr>
        <p:blipFill>
          <a:blip r:embed="rId18"/>
          <a:stretch>
            <a:fillRect/>
          </a:stretch>
        </p:blipFill>
        <p:spPr>
          <a:xfrm>
            <a:off x="7505700" y="1524000"/>
            <a:ext cx="152400" cy="152400"/>
          </a:xfrm>
          <a:prstGeom prst="rect">
            <a:avLst/>
          </a:prstGeom>
        </p:spPr>
      </p:pic>
      <p:pic>
        <p:nvPicPr>
          <p:cNvPr id="22" name="Image 20" descr="preencoded.png"/>
          <p:cNvPicPr>
            <a:picLocks noChangeAspect="1"/>
          </p:cNvPicPr>
          <p:nvPr/>
        </p:nvPicPr>
        <p:blipFill>
          <a:blip r:embed="rId18"/>
          <a:stretch>
            <a:fillRect/>
          </a:stretch>
        </p:blipFill>
        <p:spPr>
          <a:xfrm>
            <a:off x="7505700" y="1790700"/>
            <a:ext cx="152400" cy="152400"/>
          </a:xfrm>
          <a:prstGeom prst="rect">
            <a:avLst/>
          </a:prstGeom>
        </p:spPr>
      </p:pic>
      <p:pic>
        <p:nvPicPr>
          <p:cNvPr id="23" name="Image 21" descr="preencoded.png"/>
          <p:cNvPicPr>
            <a:picLocks noChangeAspect="1"/>
          </p:cNvPicPr>
          <p:nvPr/>
        </p:nvPicPr>
        <p:blipFill>
          <a:blip r:embed="rId18"/>
          <a:stretch>
            <a:fillRect/>
          </a:stretch>
        </p:blipFill>
        <p:spPr>
          <a:xfrm>
            <a:off x="7505700" y="2057400"/>
            <a:ext cx="152400" cy="152400"/>
          </a:xfrm>
          <a:prstGeom prst="rect">
            <a:avLst/>
          </a:prstGeom>
        </p:spPr>
      </p:pic>
      <p:pic>
        <p:nvPicPr>
          <p:cNvPr id="24" name="Image 22" descr="preencoded.png"/>
          <p:cNvPicPr>
            <a:picLocks noChangeAspect="1"/>
          </p:cNvPicPr>
          <p:nvPr/>
        </p:nvPicPr>
        <p:blipFill>
          <a:blip r:embed="rId18"/>
          <a:stretch>
            <a:fillRect/>
          </a:stretch>
        </p:blipFill>
        <p:spPr>
          <a:xfrm>
            <a:off x="7505700" y="2324100"/>
            <a:ext cx="152400" cy="152400"/>
          </a:xfrm>
          <a:prstGeom prst="rect">
            <a:avLst/>
          </a:prstGeom>
        </p:spPr>
      </p:pic>
      <p:pic>
        <p:nvPicPr>
          <p:cNvPr id="25" name="Image 23" descr="preencoded.png"/>
          <p:cNvPicPr>
            <a:picLocks noChangeAspect="1"/>
          </p:cNvPicPr>
          <p:nvPr/>
        </p:nvPicPr>
        <p:blipFill>
          <a:blip r:embed="rId19"/>
          <a:stretch>
            <a:fillRect/>
          </a:stretch>
        </p:blipFill>
        <p:spPr>
          <a:xfrm>
            <a:off x="7391400" y="2743200"/>
            <a:ext cx="4419600" cy="1447800"/>
          </a:xfrm>
          <a:prstGeom prst="rect">
            <a:avLst/>
          </a:prstGeom>
        </p:spPr>
      </p:pic>
      <p:pic>
        <p:nvPicPr>
          <p:cNvPr id="26" name="Image 24" descr="preencoded.png"/>
          <p:cNvPicPr>
            <a:picLocks noChangeAspect="1"/>
          </p:cNvPicPr>
          <p:nvPr/>
        </p:nvPicPr>
        <p:blipFill>
          <a:blip r:embed="rId20"/>
          <a:stretch>
            <a:fillRect/>
          </a:stretch>
        </p:blipFill>
        <p:spPr>
          <a:xfrm>
            <a:off x="7505700" y="2895600"/>
            <a:ext cx="190500" cy="190500"/>
          </a:xfrm>
          <a:prstGeom prst="rect">
            <a:avLst/>
          </a:prstGeom>
        </p:spPr>
      </p:pic>
      <p:pic>
        <p:nvPicPr>
          <p:cNvPr id="27" name="Image 25" descr="preencoded.png"/>
          <p:cNvPicPr>
            <a:picLocks noChangeAspect="1"/>
          </p:cNvPicPr>
          <p:nvPr/>
        </p:nvPicPr>
        <p:blipFill>
          <a:blip r:embed="rId21"/>
          <a:stretch>
            <a:fillRect/>
          </a:stretch>
        </p:blipFill>
        <p:spPr>
          <a:xfrm>
            <a:off x="7505700" y="3200400"/>
            <a:ext cx="1371600" cy="266700"/>
          </a:xfrm>
          <a:prstGeom prst="rect">
            <a:avLst/>
          </a:prstGeom>
        </p:spPr>
      </p:pic>
      <p:pic>
        <p:nvPicPr>
          <p:cNvPr id="28" name="Image 26" descr="preencoded.png"/>
          <p:cNvPicPr>
            <a:picLocks noChangeAspect="1"/>
          </p:cNvPicPr>
          <p:nvPr/>
        </p:nvPicPr>
        <p:blipFill>
          <a:blip r:embed="rId22"/>
          <a:stretch>
            <a:fillRect/>
          </a:stretch>
        </p:blipFill>
        <p:spPr>
          <a:xfrm>
            <a:off x="7543800" y="3238500"/>
            <a:ext cx="190500" cy="190500"/>
          </a:xfrm>
          <a:prstGeom prst="rect">
            <a:avLst/>
          </a:prstGeom>
        </p:spPr>
      </p:pic>
      <p:pic>
        <p:nvPicPr>
          <p:cNvPr id="29" name="Image 27" descr="preencoded.png"/>
          <p:cNvPicPr>
            <a:picLocks noChangeAspect="1"/>
          </p:cNvPicPr>
          <p:nvPr/>
        </p:nvPicPr>
        <p:blipFill>
          <a:blip r:embed="rId23"/>
          <a:stretch>
            <a:fillRect/>
          </a:stretch>
        </p:blipFill>
        <p:spPr>
          <a:xfrm>
            <a:off x="7581900" y="3257550"/>
            <a:ext cx="114300" cy="152400"/>
          </a:xfrm>
          <a:prstGeom prst="rect">
            <a:avLst/>
          </a:prstGeom>
        </p:spPr>
      </p:pic>
      <p:pic>
        <p:nvPicPr>
          <p:cNvPr id="30" name="Image 28" descr="preencoded.png"/>
          <p:cNvPicPr>
            <a:picLocks noChangeAspect="1"/>
          </p:cNvPicPr>
          <p:nvPr/>
        </p:nvPicPr>
        <p:blipFill>
          <a:blip r:embed="rId24"/>
          <a:stretch>
            <a:fillRect/>
          </a:stretch>
        </p:blipFill>
        <p:spPr>
          <a:xfrm>
            <a:off x="8915400" y="3200400"/>
            <a:ext cx="1371600" cy="266700"/>
          </a:xfrm>
          <a:prstGeom prst="rect">
            <a:avLst/>
          </a:prstGeom>
        </p:spPr>
      </p:pic>
      <p:pic>
        <p:nvPicPr>
          <p:cNvPr id="31" name="Image 29" descr="preencoded.png"/>
          <p:cNvPicPr>
            <a:picLocks noChangeAspect="1"/>
          </p:cNvPicPr>
          <p:nvPr/>
        </p:nvPicPr>
        <p:blipFill>
          <a:blip r:embed="rId25"/>
          <a:stretch>
            <a:fillRect/>
          </a:stretch>
        </p:blipFill>
        <p:spPr>
          <a:xfrm>
            <a:off x="8953500" y="3238500"/>
            <a:ext cx="190500" cy="190500"/>
          </a:xfrm>
          <a:prstGeom prst="rect">
            <a:avLst/>
          </a:prstGeom>
        </p:spPr>
      </p:pic>
      <p:pic>
        <p:nvPicPr>
          <p:cNvPr id="32" name="Image 30" descr="preencoded.png"/>
          <p:cNvPicPr>
            <a:picLocks noChangeAspect="1"/>
          </p:cNvPicPr>
          <p:nvPr/>
        </p:nvPicPr>
        <p:blipFill>
          <a:blip r:embed="rId26"/>
          <a:stretch>
            <a:fillRect/>
          </a:stretch>
        </p:blipFill>
        <p:spPr>
          <a:xfrm>
            <a:off x="8991600" y="3257550"/>
            <a:ext cx="114300" cy="152400"/>
          </a:xfrm>
          <a:prstGeom prst="rect">
            <a:avLst/>
          </a:prstGeom>
        </p:spPr>
      </p:pic>
      <p:pic>
        <p:nvPicPr>
          <p:cNvPr id="33" name="Image 31" descr="preencoded.png"/>
          <p:cNvPicPr>
            <a:picLocks noChangeAspect="1"/>
          </p:cNvPicPr>
          <p:nvPr/>
        </p:nvPicPr>
        <p:blipFill>
          <a:blip r:embed="rId24"/>
          <a:stretch>
            <a:fillRect/>
          </a:stretch>
        </p:blipFill>
        <p:spPr>
          <a:xfrm>
            <a:off x="10325100" y="3200400"/>
            <a:ext cx="1371600" cy="266700"/>
          </a:xfrm>
          <a:prstGeom prst="rect">
            <a:avLst/>
          </a:prstGeom>
        </p:spPr>
      </p:pic>
      <p:pic>
        <p:nvPicPr>
          <p:cNvPr id="34" name="Image 32" descr="preencoded.png"/>
          <p:cNvPicPr>
            <a:picLocks noChangeAspect="1"/>
          </p:cNvPicPr>
          <p:nvPr/>
        </p:nvPicPr>
        <p:blipFill>
          <a:blip r:embed="rId27"/>
          <a:stretch>
            <a:fillRect/>
          </a:stretch>
        </p:blipFill>
        <p:spPr>
          <a:xfrm>
            <a:off x="10363200" y="3238500"/>
            <a:ext cx="190500" cy="190500"/>
          </a:xfrm>
          <a:prstGeom prst="rect">
            <a:avLst/>
          </a:prstGeom>
        </p:spPr>
      </p:pic>
      <p:pic>
        <p:nvPicPr>
          <p:cNvPr id="35" name="Image 33" descr="preencoded.png"/>
          <p:cNvPicPr>
            <a:picLocks noChangeAspect="1"/>
          </p:cNvPicPr>
          <p:nvPr/>
        </p:nvPicPr>
        <p:blipFill>
          <a:blip r:embed="rId28"/>
          <a:stretch>
            <a:fillRect/>
          </a:stretch>
        </p:blipFill>
        <p:spPr>
          <a:xfrm>
            <a:off x="10401300" y="3257550"/>
            <a:ext cx="114300" cy="152400"/>
          </a:xfrm>
          <a:prstGeom prst="rect">
            <a:avLst/>
          </a:prstGeom>
        </p:spPr>
      </p:pic>
      <p:pic>
        <p:nvPicPr>
          <p:cNvPr id="36" name="Image 34" descr="preencoded.png"/>
          <p:cNvPicPr>
            <a:picLocks noChangeAspect="1"/>
          </p:cNvPicPr>
          <p:nvPr/>
        </p:nvPicPr>
        <p:blipFill>
          <a:blip r:embed="rId29"/>
          <a:stretch>
            <a:fillRect/>
          </a:stretch>
        </p:blipFill>
        <p:spPr>
          <a:xfrm>
            <a:off x="7505700" y="3505200"/>
            <a:ext cx="1371600" cy="266700"/>
          </a:xfrm>
          <a:prstGeom prst="rect">
            <a:avLst/>
          </a:prstGeom>
        </p:spPr>
      </p:pic>
      <p:pic>
        <p:nvPicPr>
          <p:cNvPr id="37" name="Image 35" descr="preencoded.png"/>
          <p:cNvPicPr>
            <a:picLocks noChangeAspect="1"/>
          </p:cNvPicPr>
          <p:nvPr/>
        </p:nvPicPr>
        <p:blipFill>
          <a:blip r:embed="rId30"/>
          <a:stretch>
            <a:fillRect/>
          </a:stretch>
        </p:blipFill>
        <p:spPr>
          <a:xfrm>
            <a:off x="7543800" y="3543300"/>
            <a:ext cx="190500" cy="190500"/>
          </a:xfrm>
          <a:prstGeom prst="rect">
            <a:avLst/>
          </a:prstGeom>
        </p:spPr>
      </p:pic>
      <p:pic>
        <p:nvPicPr>
          <p:cNvPr id="38" name="Image 36" descr="preencoded.png"/>
          <p:cNvPicPr>
            <a:picLocks noChangeAspect="1"/>
          </p:cNvPicPr>
          <p:nvPr/>
        </p:nvPicPr>
        <p:blipFill>
          <a:blip r:embed="rId31"/>
          <a:stretch>
            <a:fillRect/>
          </a:stretch>
        </p:blipFill>
        <p:spPr>
          <a:xfrm>
            <a:off x="7581900" y="3562350"/>
            <a:ext cx="114300" cy="152400"/>
          </a:xfrm>
          <a:prstGeom prst="rect">
            <a:avLst/>
          </a:prstGeom>
        </p:spPr>
      </p:pic>
      <p:pic>
        <p:nvPicPr>
          <p:cNvPr id="39" name="Image 37" descr="preencoded.png"/>
          <p:cNvPicPr>
            <a:picLocks noChangeAspect="1"/>
          </p:cNvPicPr>
          <p:nvPr/>
        </p:nvPicPr>
        <p:blipFill>
          <a:blip r:embed="rId32"/>
          <a:stretch>
            <a:fillRect/>
          </a:stretch>
        </p:blipFill>
        <p:spPr>
          <a:xfrm>
            <a:off x="8915400" y="3505200"/>
            <a:ext cx="1371600" cy="266700"/>
          </a:xfrm>
          <a:prstGeom prst="rect">
            <a:avLst/>
          </a:prstGeom>
        </p:spPr>
      </p:pic>
      <p:pic>
        <p:nvPicPr>
          <p:cNvPr id="40" name="Image 38" descr="preencoded.png"/>
          <p:cNvPicPr>
            <a:picLocks noChangeAspect="1"/>
          </p:cNvPicPr>
          <p:nvPr/>
        </p:nvPicPr>
        <p:blipFill>
          <a:blip r:embed="rId33"/>
          <a:stretch>
            <a:fillRect/>
          </a:stretch>
        </p:blipFill>
        <p:spPr>
          <a:xfrm>
            <a:off x="8953500" y="3543300"/>
            <a:ext cx="190500" cy="190500"/>
          </a:xfrm>
          <a:prstGeom prst="rect">
            <a:avLst/>
          </a:prstGeom>
        </p:spPr>
      </p:pic>
      <p:pic>
        <p:nvPicPr>
          <p:cNvPr id="41" name="Image 39" descr="preencoded.png"/>
          <p:cNvPicPr>
            <a:picLocks noChangeAspect="1"/>
          </p:cNvPicPr>
          <p:nvPr/>
        </p:nvPicPr>
        <p:blipFill>
          <a:blip r:embed="rId34"/>
          <a:stretch>
            <a:fillRect/>
          </a:stretch>
        </p:blipFill>
        <p:spPr>
          <a:xfrm>
            <a:off x="8991600" y="3562350"/>
            <a:ext cx="114300" cy="152400"/>
          </a:xfrm>
          <a:prstGeom prst="rect">
            <a:avLst/>
          </a:prstGeom>
        </p:spPr>
      </p:pic>
      <p:pic>
        <p:nvPicPr>
          <p:cNvPr id="42" name="Image 40" descr="preencoded.png"/>
          <p:cNvPicPr>
            <a:picLocks noChangeAspect="1"/>
          </p:cNvPicPr>
          <p:nvPr/>
        </p:nvPicPr>
        <p:blipFill>
          <a:blip r:embed="rId32"/>
          <a:stretch>
            <a:fillRect/>
          </a:stretch>
        </p:blipFill>
        <p:spPr>
          <a:xfrm>
            <a:off x="10325100" y="3505200"/>
            <a:ext cx="1371600" cy="266700"/>
          </a:xfrm>
          <a:prstGeom prst="rect">
            <a:avLst/>
          </a:prstGeom>
        </p:spPr>
      </p:pic>
      <p:pic>
        <p:nvPicPr>
          <p:cNvPr id="43" name="Image 41" descr="preencoded.png"/>
          <p:cNvPicPr>
            <a:picLocks noChangeAspect="1"/>
          </p:cNvPicPr>
          <p:nvPr/>
        </p:nvPicPr>
        <p:blipFill>
          <a:blip r:embed="rId35"/>
          <a:stretch>
            <a:fillRect/>
          </a:stretch>
        </p:blipFill>
        <p:spPr>
          <a:xfrm>
            <a:off x="10363200" y="3543300"/>
            <a:ext cx="190500" cy="190500"/>
          </a:xfrm>
          <a:prstGeom prst="rect">
            <a:avLst/>
          </a:prstGeom>
        </p:spPr>
      </p:pic>
      <p:pic>
        <p:nvPicPr>
          <p:cNvPr id="44" name="Image 42" descr="preencoded.png"/>
          <p:cNvPicPr>
            <a:picLocks noChangeAspect="1"/>
          </p:cNvPicPr>
          <p:nvPr/>
        </p:nvPicPr>
        <p:blipFill>
          <a:blip r:embed="rId36"/>
          <a:stretch>
            <a:fillRect/>
          </a:stretch>
        </p:blipFill>
        <p:spPr>
          <a:xfrm>
            <a:off x="10401300" y="3562350"/>
            <a:ext cx="114300" cy="152400"/>
          </a:xfrm>
          <a:prstGeom prst="rect">
            <a:avLst/>
          </a:prstGeom>
        </p:spPr>
      </p:pic>
      <p:pic>
        <p:nvPicPr>
          <p:cNvPr id="45" name="Image 43" descr="preencoded.png"/>
          <p:cNvPicPr>
            <a:picLocks noChangeAspect="1"/>
          </p:cNvPicPr>
          <p:nvPr/>
        </p:nvPicPr>
        <p:blipFill>
          <a:blip r:embed="rId29"/>
          <a:stretch>
            <a:fillRect/>
          </a:stretch>
        </p:blipFill>
        <p:spPr>
          <a:xfrm>
            <a:off x="7505700" y="3810000"/>
            <a:ext cx="1371600" cy="266700"/>
          </a:xfrm>
          <a:prstGeom prst="rect">
            <a:avLst/>
          </a:prstGeom>
        </p:spPr>
      </p:pic>
      <p:pic>
        <p:nvPicPr>
          <p:cNvPr id="46" name="Image 44" descr="preencoded.png"/>
          <p:cNvPicPr>
            <a:picLocks noChangeAspect="1"/>
          </p:cNvPicPr>
          <p:nvPr/>
        </p:nvPicPr>
        <p:blipFill>
          <a:blip r:embed="rId37"/>
          <a:stretch>
            <a:fillRect/>
          </a:stretch>
        </p:blipFill>
        <p:spPr>
          <a:xfrm>
            <a:off x="7543800" y="3848100"/>
            <a:ext cx="190500" cy="190500"/>
          </a:xfrm>
          <a:prstGeom prst="rect">
            <a:avLst/>
          </a:prstGeom>
        </p:spPr>
      </p:pic>
      <p:pic>
        <p:nvPicPr>
          <p:cNvPr id="47" name="Image 45" descr="preencoded.png"/>
          <p:cNvPicPr>
            <a:picLocks noChangeAspect="1"/>
          </p:cNvPicPr>
          <p:nvPr/>
        </p:nvPicPr>
        <p:blipFill>
          <a:blip r:embed="rId38"/>
          <a:stretch>
            <a:fillRect/>
          </a:stretch>
        </p:blipFill>
        <p:spPr>
          <a:xfrm>
            <a:off x="7581900" y="3867150"/>
            <a:ext cx="114300" cy="152400"/>
          </a:xfrm>
          <a:prstGeom prst="rect">
            <a:avLst/>
          </a:prstGeom>
        </p:spPr>
      </p:pic>
      <p:pic>
        <p:nvPicPr>
          <p:cNvPr id="48" name="Image 46" descr="preencoded.png"/>
          <p:cNvPicPr>
            <a:picLocks noChangeAspect="1"/>
          </p:cNvPicPr>
          <p:nvPr/>
        </p:nvPicPr>
        <p:blipFill>
          <a:blip r:embed="rId39"/>
          <a:stretch>
            <a:fillRect/>
          </a:stretch>
        </p:blipFill>
        <p:spPr>
          <a:xfrm>
            <a:off x="0" y="6781800"/>
            <a:ext cx="12192000" cy="76200"/>
          </a:xfrm>
          <a:prstGeom prst="rect">
            <a:avLst/>
          </a:prstGeom>
        </p:spPr>
      </p:pic>
      <p:sp>
        <p:nvSpPr>
          <p:cNvPr id="49"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Mô hình </a:t>
            </a:r>
            <a:r>
              <a:rPr lang="en-US" sz="2700" b="1" dirty="0">
                <a:solidFill>
                  <a:srgbClr val="FF7F50"/>
                </a:solidFill>
                <a:latin typeface="ui-sans-serif" pitchFamily="34" charset="0"/>
                <a:ea typeface="ui-sans-serif" pitchFamily="34" charset="-122"/>
                <a:cs typeface="ui-sans-serif" pitchFamily="34" charset="-120"/>
              </a:rPr>
              <a:t>CNN</a:t>
            </a:r>
            <a:endParaRPr lang="en-US" sz="2700" dirty="0"/>
          </a:p>
        </p:txBody>
      </p:sp>
      <p:sp>
        <p:nvSpPr>
          <p:cNvPr id="50" name="Text 1"/>
          <p:cNvSpPr/>
          <p:nvPr/>
        </p:nvSpPr>
        <p:spPr>
          <a:xfrm>
            <a:off x="742950" y="1028700"/>
            <a:ext cx="67056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Cấu trúc mạng</a:t>
            </a:r>
            <a:endParaRPr lang="en-US" sz="1800" dirty="0"/>
          </a:p>
        </p:txBody>
      </p:sp>
      <p:sp>
        <p:nvSpPr>
          <p:cNvPr id="51" name="Text 2"/>
          <p:cNvSpPr/>
          <p:nvPr/>
        </p:nvSpPr>
        <p:spPr>
          <a:xfrm>
            <a:off x="952500" y="1524000"/>
            <a:ext cx="1540014"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Input Layer</a:t>
            </a:r>
            <a:endParaRPr lang="en-US" sz="1200" dirty="0"/>
          </a:p>
        </p:txBody>
      </p:sp>
      <p:sp>
        <p:nvSpPr>
          <p:cNvPr id="52" name="Text 3"/>
          <p:cNvSpPr/>
          <p:nvPr/>
        </p:nvSpPr>
        <p:spPr>
          <a:xfrm>
            <a:off x="952500" y="1752600"/>
            <a:ext cx="1540014"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Ảnh xám 48×48×1</a:t>
            </a:r>
            <a:endParaRPr lang="en-US" sz="1050" dirty="0"/>
          </a:p>
        </p:txBody>
      </p:sp>
      <p:sp>
        <p:nvSpPr>
          <p:cNvPr id="53" name="Text 4"/>
          <p:cNvSpPr/>
          <p:nvPr/>
        </p:nvSpPr>
        <p:spPr>
          <a:xfrm>
            <a:off x="952500" y="2171700"/>
            <a:ext cx="160395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Conv2D + ReLU</a:t>
            </a:r>
            <a:endParaRPr lang="en-US" sz="1200" dirty="0"/>
          </a:p>
        </p:txBody>
      </p:sp>
      <p:sp>
        <p:nvSpPr>
          <p:cNvPr id="54" name="Text 5"/>
          <p:cNvSpPr/>
          <p:nvPr/>
        </p:nvSpPr>
        <p:spPr>
          <a:xfrm>
            <a:off x="952500" y="2400300"/>
            <a:ext cx="160395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Trích xuất đặc trưng</a:t>
            </a:r>
            <a:endParaRPr lang="en-US" sz="1050" dirty="0"/>
          </a:p>
        </p:txBody>
      </p:sp>
      <p:sp>
        <p:nvSpPr>
          <p:cNvPr id="55" name="Text 6"/>
          <p:cNvSpPr/>
          <p:nvPr/>
        </p:nvSpPr>
        <p:spPr>
          <a:xfrm>
            <a:off x="952500" y="2819400"/>
            <a:ext cx="1302127"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MaxPool</a:t>
            </a:r>
            <a:endParaRPr lang="en-US" sz="1200" dirty="0"/>
          </a:p>
        </p:txBody>
      </p:sp>
      <p:sp>
        <p:nvSpPr>
          <p:cNvPr id="56" name="Text 7"/>
          <p:cNvSpPr/>
          <p:nvPr/>
        </p:nvSpPr>
        <p:spPr>
          <a:xfrm>
            <a:off x="952500" y="3048000"/>
            <a:ext cx="1302127"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Giảm kích thước</a:t>
            </a:r>
            <a:endParaRPr lang="en-US" sz="1050" dirty="0"/>
          </a:p>
        </p:txBody>
      </p:sp>
      <p:sp>
        <p:nvSpPr>
          <p:cNvPr id="57" name="Text 8"/>
          <p:cNvSpPr/>
          <p:nvPr/>
        </p:nvSpPr>
        <p:spPr>
          <a:xfrm>
            <a:off x="952500" y="3467100"/>
            <a:ext cx="1775758"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Dense + Softmax</a:t>
            </a:r>
            <a:endParaRPr lang="en-US" sz="1200" dirty="0"/>
          </a:p>
        </p:txBody>
      </p:sp>
      <p:sp>
        <p:nvSpPr>
          <p:cNvPr id="58" name="Text 9"/>
          <p:cNvSpPr/>
          <p:nvPr/>
        </p:nvSpPr>
        <p:spPr>
          <a:xfrm>
            <a:off x="952500" y="3695700"/>
            <a:ext cx="1775758"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Phân loại 7 cảm xúc</a:t>
            </a:r>
            <a:endParaRPr lang="en-US" sz="1050" dirty="0"/>
          </a:p>
        </p:txBody>
      </p:sp>
      <p:sp>
        <p:nvSpPr>
          <p:cNvPr id="59" name="Text 10"/>
          <p:cNvSpPr/>
          <p:nvPr/>
        </p:nvSpPr>
        <p:spPr>
          <a:xfrm>
            <a:off x="7820025" y="1143000"/>
            <a:ext cx="4191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Tham số mô hình</a:t>
            </a:r>
            <a:endParaRPr lang="en-US" sz="1500" dirty="0"/>
          </a:p>
        </p:txBody>
      </p:sp>
      <p:sp>
        <p:nvSpPr>
          <p:cNvPr id="60" name="Text 11"/>
          <p:cNvSpPr/>
          <p:nvPr/>
        </p:nvSpPr>
        <p:spPr>
          <a:xfrm>
            <a:off x="7734300" y="1485900"/>
            <a:ext cx="130498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Tổng số lớp: </a:t>
            </a:r>
            <a:r>
              <a:rPr lang="en-US" sz="1200" b="1" dirty="0">
                <a:solidFill>
                  <a:srgbClr val="4B5563"/>
                </a:solidFill>
                <a:latin typeface="ui-sans-serif" pitchFamily="34" charset="0"/>
                <a:ea typeface="ui-sans-serif" pitchFamily="34" charset="-122"/>
                <a:cs typeface="ui-sans-serif" pitchFamily="34" charset="-120"/>
              </a:rPr>
              <a:t>8</a:t>
            </a:r>
            <a:endParaRPr lang="en-US" sz="1200" dirty="0"/>
          </a:p>
        </p:txBody>
      </p:sp>
      <p:sp>
        <p:nvSpPr>
          <p:cNvPr id="61" name="Text 12"/>
          <p:cNvSpPr/>
          <p:nvPr/>
        </p:nvSpPr>
        <p:spPr>
          <a:xfrm>
            <a:off x="7734300" y="1752600"/>
            <a:ext cx="223170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Số tham số: </a:t>
            </a:r>
            <a:r>
              <a:rPr lang="en-US" sz="1200" b="1" dirty="0">
                <a:solidFill>
                  <a:srgbClr val="4B5563"/>
                </a:solidFill>
                <a:latin typeface="ui-sans-serif" pitchFamily="34" charset="0"/>
                <a:ea typeface="ui-sans-serif" pitchFamily="34" charset="-122"/>
                <a:cs typeface="ui-sans-serif" pitchFamily="34" charset="-120"/>
              </a:rPr>
              <a:t>100k-200k</a:t>
            </a:r>
            <a:endParaRPr lang="en-US" sz="1200" dirty="0"/>
          </a:p>
        </p:txBody>
      </p:sp>
      <p:sp>
        <p:nvSpPr>
          <p:cNvPr id="62" name="Text 13"/>
          <p:cNvSpPr/>
          <p:nvPr/>
        </p:nvSpPr>
        <p:spPr>
          <a:xfrm>
            <a:off x="7734300" y="2019300"/>
            <a:ext cx="212937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Trình tối ưu hóa: </a:t>
            </a:r>
            <a:r>
              <a:rPr lang="en-US" sz="1200" b="1" dirty="0">
                <a:solidFill>
                  <a:srgbClr val="4B5563"/>
                </a:solidFill>
                <a:latin typeface="ui-sans-serif" pitchFamily="34" charset="0"/>
                <a:ea typeface="ui-sans-serif" pitchFamily="34" charset="-122"/>
                <a:cs typeface="ui-sans-serif" pitchFamily="34" charset="-120"/>
              </a:rPr>
              <a:t>Adam</a:t>
            </a:r>
            <a:endParaRPr lang="en-US" sz="1200" dirty="0"/>
          </a:p>
        </p:txBody>
      </p:sp>
      <p:sp>
        <p:nvSpPr>
          <p:cNvPr id="63" name="Text 14"/>
          <p:cNvSpPr/>
          <p:nvPr/>
        </p:nvSpPr>
        <p:spPr>
          <a:xfrm>
            <a:off x="7734300" y="2286000"/>
            <a:ext cx="276302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Hàm mất mát: </a:t>
            </a:r>
            <a:r>
              <a:rPr lang="en-US" sz="1200" b="1" dirty="0">
                <a:solidFill>
                  <a:srgbClr val="4B5563"/>
                </a:solidFill>
                <a:latin typeface="ui-sans-serif" pitchFamily="34" charset="0"/>
                <a:ea typeface="ui-sans-serif" pitchFamily="34" charset="-122"/>
                <a:cs typeface="ui-sans-serif" pitchFamily="34" charset="-120"/>
              </a:rPr>
              <a:t>Crossentropy</a:t>
            </a:r>
            <a:endParaRPr lang="en-US" sz="1200" dirty="0"/>
          </a:p>
        </p:txBody>
      </p:sp>
      <p:sp>
        <p:nvSpPr>
          <p:cNvPr id="64" name="Text 15"/>
          <p:cNvSpPr/>
          <p:nvPr/>
        </p:nvSpPr>
        <p:spPr>
          <a:xfrm>
            <a:off x="7772400" y="2857500"/>
            <a:ext cx="5029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Cảm xúc được phân loại</a:t>
            </a:r>
            <a:endParaRPr lang="en-US" sz="1500" dirty="0"/>
          </a:p>
        </p:txBody>
      </p:sp>
      <p:sp>
        <p:nvSpPr>
          <p:cNvPr id="65" name="Text 16"/>
          <p:cNvSpPr/>
          <p:nvPr/>
        </p:nvSpPr>
        <p:spPr>
          <a:xfrm>
            <a:off x="7772400" y="3257550"/>
            <a:ext cx="405408" cy="152400"/>
          </a:xfrm>
          <a:prstGeom prst="rect">
            <a:avLst/>
          </a:prstGeom>
          <a:noFill/>
          <a:ln/>
        </p:spPr>
        <p:txBody>
          <a:bodyPr vert="horz" wrap="square" lIns="0" tIns="0" rIns="0" bIns="0" rtlCol="0" anchor="t"/>
          <a:lstStyle/>
          <a:p>
            <a:pPr marL="0" indent="0">
              <a:lnSpc>
                <a:spcPts val="1200"/>
              </a:lnSpc>
              <a:buNone/>
            </a:pPr>
            <a:r>
              <a:rPr lang="en-US" sz="900" dirty="0">
                <a:solidFill>
                  <a:srgbClr val="374151"/>
                </a:solidFill>
                <a:latin typeface="ui-sans-serif" pitchFamily="34" charset="0"/>
                <a:ea typeface="ui-sans-serif" pitchFamily="34" charset="-122"/>
                <a:cs typeface="ui-sans-serif" pitchFamily="34" charset="-120"/>
              </a:rPr>
              <a:t>Angry</a:t>
            </a:r>
            <a:endParaRPr lang="en-US" sz="900" dirty="0"/>
          </a:p>
        </p:txBody>
      </p:sp>
      <p:sp>
        <p:nvSpPr>
          <p:cNvPr id="66" name="Text 17"/>
          <p:cNvSpPr/>
          <p:nvPr/>
        </p:nvSpPr>
        <p:spPr>
          <a:xfrm>
            <a:off x="9182100" y="3257550"/>
            <a:ext cx="514529" cy="152400"/>
          </a:xfrm>
          <a:prstGeom prst="rect">
            <a:avLst/>
          </a:prstGeom>
          <a:noFill/>
          <a:ln/>
        </p:spPr>
        <p:txBody>
          <a:bodyPr vert="horz" wrap="square" lIns="0" tIns="0" rIns="0" bIns="0" rtlCol="0" anchor="t"/>
          <a:lstStyle/>
          <a:p>
            <a:pPr marL="0" indent="0">
              <a:lnSpc>
                <a:spcPts val="1200"/>
              </a:lnSpc>
              <a:buNone/>
            </a:pPr>
            <a:r>
              <a:rPr lang="en-US" sz="900" dirty="0">
                <a:solidFill>
                  <a:srgbClr val="374151"/>
                </a:solidFill>
                <a:latin typeface="ui-sans-serif" pitchFamily="34" charset="0"/>
                <a:ea typeface="ui-sans-serif" pitchFamily="34" charset="-122"/>
                <a:cs typeface="ui-sans-serif" pitchFamily="34" charset="-120"/>
              </a:rPr>
              <a:t>Disgust</a:t>
            </a:r>
            <a:endParaRPr lang="en-US" sz="900" dirty="0"/>
          </a:p>
        </p:txBody>
      </p:sp>
      <p:sp>
        <p:nvSpPr>
          <p:cNvPr id="67" name="Text 18"/>
          <p:cNvSpPr/>
          <p:nvPr/>
        </p:nvSpPr>
        <p:spPr>
          <a:xfrm>
            <a:off x="10591800" y="3257550"/>
            <a:ext cx="296287" cy="152400"/>
          </a:xfrm>
          <a:prstGeom prst="rect">
            <a:avLst/>
          </a:prstGeom>
          <a:noFill/>
          <a:ln/>
        </p:spPr>
        <p:txBody>
          <a:bodyPr vert="horz" wrap="square" lIns="0" tIns="0" rIns="0" bIns="0" rtlCol="0" anchor="t"/>
          <a:lstStyle/>
          <a:p>
            <a:pPr marL="0" indent="0">
              <a:lnSpc>
                <a:spcPts val="1200"/>
              </a:lnSpc>
              <a:buNone/>
            </a:pPr>
            <a:r>
              <a:rPr lang="en-US" sz="900" dirty="0">
                <a:solidFill>
                  <a:srgbClr val="374151"/>
                </a:solidFill>
                <a:latin typeface="ui-sans-serif" pitchFamily="34" charset="0"/>
                <a:ea typeface="ui-sans-serif" pitchFamily="34" charset="-122"/>
                <a:cs typeface="ui-sans-serif" pitchFamily="34" charset="-120"/>
              </a:rPr>
              <a:t>Fear</a:t>
            </a:r>
            <a:endParaRPr lang="en-US" sz="900" dirty="0"/>
          </a:p>
        </p:txBody>
      </p:sp>
      <p:sp>
        <p:nvSpPr>
          <p:cNvPr id="68" name="Text 19"/>
          <p:cNvSpPr/>
          <p:nvPr/>
        </p:nvSpPr>
        <p:spPr>
          <a:xfrm>
            <a:off x="7772400" y="3562350"/>
            <a:ext cx="442555" cy="152400"/>
          </a:xfrm>
          <a:prstGeom prst="rect">
            <a:avLst/>
          </a:prstGeom>
          <a:noFill/>
          <a:ln/>
        </p:spPr>
        <p:txBody>
          <a:bodyPr vert="horz" wrap="square" lIns="0" tIns="0" rIns="0" bIns="0" rtlCol="0" anchor="t"/>
          <a:lstStyle/>
          <a:p>
            <a:pPr marL="0" indent="0">
              <a:lnSpc>
                <a:spcPts val="1200"/>
              </a:lnSpc>
              <a:buNone/>
            </a:pPr>
            <a:r>
              <a:rPr lang="en-US" sz="900" dirty="0">
                <a:solidFill>
                  <a:srgbClr val="374151"/>
                </a:solidFill>
                <a:latin typeface="ui-sans-serif" pitchFamily="34" charset="0"/>
                <a:ea typeface="ui-sans-serif" pitchFamily="34" charset="-122"/>
                <a:cs typeface="ui-sans-serif" pitchFamily="34" charset="-120"/>
              </a:rPr>
              <a:t>Happy</a:t>
            </a:r>
            <a:endParaRPr lang="en-US" sz="900" dirty="0"/>
          </a:p>
        </p:txBody>
      </p:sp>
      <p:sp>
        <p:nvSpPr>
          <p:cNvPr id="69" name="Text 20"/>
          <p:cNvSpPr/>
          <p:nvPr/>
        </p:nvSpPr>
        <p:spPr>
          <a:xfrm>
            <a:off x="9182100" y="3562350"/>
            <a:ext cx="506313" cy="152400"/>
          </a:xfrm>
          <a:prstGeom prst="rect">
            <a:avLst/>
          </a:prstGeom>
          <a:noFill/>
          <a:ln/>
        </p:spPr>
        <p:txBody>
          <a:bodyPr vert="horz" wrap="square" lIns="0" tIns="0" rIns="0" bIns="0" rtlCol="0" anchor="t"/>
          <a:lstStyle/>
          <a:p>
            <a:pPr marL="0" indent="0">
              <a:lnSpc>
                <a:spcPts val="1200"/>
              </a:lnSpc>
              <a:buNone/>
            </a:pPr>
            <a:r>
              <a:rPr lang="en-US" sz="900" dirty="0">
                <a:solidFill>
                  <a:srgbClr val="374151"/>
                </a:solidFill>
                <a:latin typeface="ui-sans-serif" pitchFamily="34" charset="0"/>
                <a:ea typeface="ui-sans-serif" pitchFamily="34" charset="-122"/>
                <a:cs typeface="ui-sans-serif" pitchFamily="34" charset="-120"/>
              </a:rPr>
              <a:t>Neutral</a:t>
            </a:r>
            <a:endParaRPr lang="en-US" sz="900" dirty="0"/>
          </a:p>
        </p:txBody>
      </p:sp>
      <p:sp>
        <p:nvSpPr>
          <p:cNvPr id="70" name="Text 21"/>
          <p:cNvSpPr/>
          <p:nvPr/>
        </p:nvSpPr>
        <p:spPr>
          <a:xfrm>
            <a:off x="10591800" y="3562350"/>
            <a:ext cx="258247" cy="152400"/>
          </a:xfrm>
          <a:prstGeom prst="rect">
            <a:avLst/>
          </a:prstGeom>
          <a:noFill/>
          <a:ln/>
        </p:spPr>
        <p:txBody>
          <a:bodyPr vert="horz" wrap="square" lIns="0" tIns="0" rIns="0" bIns="0" rtlCol="0" anchor="t"/>
          <a:lstStyle/>
          <a:p>
            <a:pPr marL="0" indent="0">
              <a:lnSpc>
                <a:spcPts val="1200"/>
              </a:lnSpc>
              <a:buNone/>
            </a:pPr>
            <a:r>
              <a:rPr lang="en-US" sz="900" dirty="0">
                <a:solidFill>
                  <a:srgbClr val="374151"/>
                </a:solidFill>
                <a:latin typeface="ui-sans-serif" pitchFamily="34" charset="0"/>
                <a:ea typeface="ui-sans-serif" pitchFamily="34" charset="-122"/>
                <a:cs typeface="ui-sans-serif" pitchFamily="34" charset="-120"/>
              </a:rPr>
              <a:t>Sad</a:t>
            </a:r>
            <a:endParaRPr lang="en-US" sz="900" dirty="0"/>
          </a:p>
        </p:txBody>
      </p:sp>
      <p:sp>
        <p:nvSpPr>
          <p:cNvPr id="71" name="Text 22"/>
          <p:cNvSpPr/>
          <p:nvPr/>
        </p:nvSpPr>
        <p:spPr>
          <a:xfrm>
            <a:off x="7772400" y="3867150"/>
            <a:ext cx="567928" cy="152400"/>
          </a:xfrm>
          <a:prstGeom prst="rect">
            <a:avLst/>
          </a:prstGeom>
          <a:noFill/>
          <a:ln/>
        </p:spPr>
        <p:txBody>
          <a:bodyPr vert="horz" wrap="square" lIns="0" tIns="0" rIns="0" bIns="0" rtlCol="0" anchor="t"/>
          <a:lstStyle/>
          <a:p>
            <a:pPr marL="0" indent="0">
              <a:lnSpc>
                <a:spcPts val="1200"/>
              </a:lnSpc>
              <a:buNone/>
            </a:pPr>
            <a:r>
              <a:rPr lang="en-US" sz="900" dirty="0">
                <a:solidFill>
                  <a:srgbClr val="374151"/>
                </a:solidFill>
                <a:latin typeface="ui-sans-serif" pitchFamily="34" charset="0"/>
                <a:ea typeface="ui-sans-serif" pitchFamily="34" charset="-122"/>
                <a:cs typeface="ui-sans-serif" pitchFamily="34" charset="-120"/>
              </a:rPr>
              <a:t>Surprise</a:t>
            </a:r>
            <a:endParaRPr lang="en-US" sz="900" dirty="0"/>
          </a:p>
        </p:txBody>
      </p:sp>
      <p:sp>
        <p:nvSpPr>
          <p:cNvPr id="72" name="Text 23"/>
          <p:cNvSpPr/>
          <p:nvPr/>
        </p:nvSpPr>
        <p:spPr>
          <a:xfrm>
            <a:off x="381000" y="6286500"/>
            <a:ext cx="132516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5 trong 12</a:t>
            </a:r>
            <a:endParaRPr lang="en-US" sz="1050" dirty="0"/>
          </a:p>
        </p:txBody>
      </p:sp>
      <p:pic>
        <p:nvPicPr>
          <p:cNvPr id="75" name="Picture 74">
            <a:extLst>
              <a:ext uri="{FF2B5EF4-FFF2-40B4-BE49-F238E27FC236}">
                <a16:creationId xmlns:a16="http://schemas.microsoft.com/office/drawing/2014/main" id="{8C05FC67-9B6A-4D04-874C-9B9B915B18DD}"/>
              </a:ext>
            </a:extLst>
          </p:cNvPr>
          <p:cNvPicPr>
            <a:picLocks noChangeAspect="1"/>
          </p:cNvPicPr>
          <p:nvPr/>
        </p:nvPicPr>
        <p:blipFill>
          <a:blip r:embed="rId40"/>
          <a:stretch>
            <a:fillRect/>
          </a:stretch>
        </p:blipFill>
        <p:spPr>
          <a:xfrm>
            <a:off x="3022849" y="4191000"/>
            <a:ext cx="2436935" cy="220998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1000"/>
                                        <p:tgtEl>
                                          <p:spTgt spid="50"/>
                                        </p:tgtEl>
                                      </p:cBhvr>
                                    </p:animEffect>
                                    <p:anim calcmode="lin" valueType="num">
                                      <p:cBhvr>
                                        <p:cTn id="13" dur="1000" fill="hold"/>
                                        <p:tgtEl>
                                          <p:spTgt spid="50"/>
                                        </p:tgtEl>
                                        <p:attrNameLst>
                                          <p:attrName>ppt_x</p:attrName>
                                        </p:attrNameLst>
                                      </p:cBhvr>
                                      <p:tavLst>
                                        <p:tav tm="0">
                                          <p:val>
                                            <p:strVal val="#ppt_x"/>
                                          </p:val>
                                        </p:tav>
                                        <p:tav tm="100000">
                                          <p:val>
                                            <p:strVal val="#ppt_x"/>
                                          </p:val>
                                        </p:tav>
                                      </p:tavLst>
                                    </p:anim>
                                    <p:anim calcmode="lin" valueType="num">
                                      <p:cBhvr>
                                        <p:cTn id="14" dur="1000" fill="hold"/>
                                        <p:tgtEl>
                                          <p:spTgt spid="5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fade">
                                      <p:cBhvr>
                                        <p:cTn id="39" dur="1000"/>
                                        <p:tgtEl>
                                          <p:spTgt spid="52"/>
                                        </p:tgtEl>
                                      </p:cBhvr>
                                    </p:animEffect>
                                    <p:anim calcmode="lin" valueType="num">
                                      <p:cBhvr>
                                        <p:cTn id="40" dur="1000" fill="hold"/>
                                        <p:tgtEl>
                                          <p:spTgt spid="52"/>
                                        </p:tgtEl>
                                        <p:attrNameLst>
                                          <p:attrName>ppt_x</p:attrName>
                                        </p:attrNameLst>
                                      </p:cBhvr>
                                      <p:tavLst>
                                        <p:tav tm="0">
                                          <p:val>
                                            <p:strVal val="#ppt_x"/>
                                          </p:val>
                                        </p:tav>
                                        <p:tav tm="100000">
                                          <p:val>
                                            <p:strVal val="#ppt_x"/>
                                          </p:val>
                                        </p:tav>
                                      </p:tavLst>
                                    </p:anim>
                                    <p:anim calcmode="lin" valueType="num">
                                      <p:cBhvr>
                                        <p:cTn id="41" dur="1000" fill="hold"/>
                                        <p:tgtEl>
                                          <p:spTgt spid="5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fade">
                                      <p:cBhvr>
                                        <p:cTn id="44" dur="1000"/>
                                        <p:tgtEl>
                                          <p:spTgt spid="51"/>
                                        </p:tgtEl>
                                      </p:cBhvr>
                                    </p:animEffect>
                                    <p:anim calcmode="lin" valueType="num">
                                      <p:cBhvr>
                                        <p:cTn id="45" dur="1000" fill="hold"/>
                                        <p:tgtEl>
                                          <p:spTgt spid="51"/>
                                        </p:tgtEl>
                                        <p:attrNameLst>
                                          <p:attrName>ppt_x</p:attrName>
                                        </p:attrNameLst>
                                      </p:cBhvr>
                                      <p:tavLst>
                                        <p:tav tm="0">
                                          <p:val>
                                            <p:strVal val="#ppt_x"/>
                                          </p:val>
                                        </p:tav>
                                        <p:tav tm="100000">
                                          <p:val>
                                            <p:strVal val="#ppt_x"/>
                                          </p:val>
                                        </p:tav>
                                      </p:tavLst>
                                    </p:anim>
                                    <p:anim calcmode="lin" valueType="num">
                                      <p:cBhvr>
                                        <p:cTn id="46"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1000"/>
                                        <p:tgtEl>
                                          <p:spTgt spid="10"/>
                                        </p:tgtEl>
                                      </p:cBhvr>
                                    </p:animEffect>
                                    <p:anim calcmode="lin" valueType="num">
                                      <p:cBhvr>
                                        <p:cTn id="52" dur="1000" fill="hold"/>
                                        <p:tgtEl>
                                          <p:spTgt spid="10"/>
                                        </p:tgtEl>
                                        <p:attrNameLst>
                                          <p:attrName>ppt_x</p:attrName>
                                        </p:attrNameLst>
                                      </p:cBhvr>
                                      <p:tavLst>
                                        <p:tav tm="0">
                                          <p:val>
                                            <p:strVal val="#ppt_x"/>
                                          </p:val>
                                        </p:tav>
                                        <p:tav tm="100000">
                                          <p:val>
                                            <p:strVal val="#ppt_x"/>
                                          </p:val>
                                        </p:tav>
                                      </p:tavLst>
                                    </p:anim>
                                    <p:anim calcmode="lin" valueType="num">
                                      <p:cBhvr>
                                        <p:cTn id="53" dur="1000" fill="hold"/>
                                        <p:tgtEl>
                                          <p:spTgt spid="10"/>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54"/>
                                        </p:tgtEl>
                                        <p:attrNameLst>
                                          <p:attrName>style.visibility</p:attrName>
                                        </p:attrNameLst>
                                      </p:cBhvr>
                                      <p:to>
                                        <p:strVal val="visible"/>
                                      </p:to>
                                    </p:set>
                                    <p:animEffect transition="in" filter="fade">
                                      <p:cBhvr>
                                        <p:cTn id="56" dur="1000"/>
                                        <p:tgtEl>
                                          <p:spTgt spid="54"/>
                                        </p:tgtEl>
                                      </p:cBhvr>
                                    </p:animEffect>
                                    <p:anim calcmode="lin" valueType="num">
                                      <p:cBhvr>
                                        <p:cTn id="57" dur="1000" fill="hold"/>
                                        <p:tgtEl>
                                          <p:spTgt spid="54"/>
                                        </p:tgtEl>
                                        <p:attrNameLst>
                                          <p:attrName>ppt_x</p:attrName>
                                        </p:attrNameLst>
                                      </p:cBhvr>
                                      <p:tavLst>
                                        <p:tav tm="0">
                                          <p:val>
                                            <p:strVal val="#ppt_x"/>
                                          </p:val>
                                        </p:tav>
                                        <p:tav tm="100000">
                                          <p:val>
                                            <p:strVal val="#ppt_x"/>
                                          </p:val>
                                        </p:tav>
                                      </p:tavLst>
                                    </p:anim>
                                    <p:anim calcmode="lin" valueType="num">
                                      <p:cBhvr>
                                        <p:cTn id="58" dur="1000" fill="hold"/>
                                        <p:tgtEl>
                                          <p:spTgt spid="5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1000"/>
                                        <p:tgtEl>
                                          <p:spTgt spid="53"/>
                                        </p:tgtEl>
                                      </p:cBhvr>
                                    </p:animEffect>
                                    <p:anim calcmode="lin" valueType="num">
                                      <p:cBhvr>
                                        <p:cTn id="62" dur="1000" fill="hold"/>
                                        <p:tgtEl>
                                          <p:spTgt spid="53"/>
                                        </p:tgtEl>
                                        <p:attrNameLst>
                                          <p:attrName>ppt_x</p:attrName>
                                        </p:attrNameLst>
                                      </p:cBhvr>
                                      <p:tavLst>
                                        <p:tav tm="0">
                                          <p:val>
                                            <p:strVal val="#ppt_x"/>
                                          </p:val>
                                        </p:tav>
                                        <p:tav tm="100000">
                                          <p:val>
                                            <p:strVal val="#ppt_x"/>
                                          </p:val>
                                        </p:tav>
                                      </p:tavLst>
                                    </p:anim>
                                    <p:anim calcmode="lin" valueType="num">
                                      <p:cBhvr>
                                        <p:cTn id="63" dur="1000" fill="hold"/>
                                        <p:tgtEl>
                                          <p:spTgt spid="53"/>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1000"/>
                                        <p:tgtEl>
                                          <p:spTgt spid="11"/>
                                        </p:tgtEl>
                                      </p:cBhvr>
                                    </p:animEffect>
                                    <p:anim calcmode="lin" valueType="num">
                                      <p:cBhvr>
                                        <p:cTn id="67" dur="1000" fill="hold"/>
                                        <p:tgtEl>
                                          <p:spTgt spid="11"/>
                                        </p:tgtEl>
                                        <p:attrNameLst>
                                          <p:attrName>ppt_x</p:attrName>
                                        </p:attrNameLst>
                                      </p:cBhvr>
                                      <p:tavLst>
                                        <p:tav tm="0">
                                          <p:val>
                                            <p:strVal val="#ppt_x"/>
                                          </p:val>
                                        </p:tav>
                                        <p:tav tm="100000">
                                          <p:val>
                                            <p:strVal val="#ppt_x"/>
                                          </p:val>
                                        </p:tav>
                                      </p:tavLst>
                                    </p:anim>
                                    <p:anim calcmode="lin" valueType="num">
                                      <p:cBhvr>
                                        <p:cTn id="68" dur="1000" fill="hold"/>
                                        <p:tgtEl>
                                          <p:spTgt spid="11"/>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1000"/>
                                        <p:tgtEl>
                                          <p:spTgt spid="12"/>
                                        </p:tgtEl>
                                      </p:cBhvr>
                                    </p:animEffect>
                                    <p:anim calcmode="lin" valueType="num">
                                      <p:cBhvr>
                                        <p:cTn id="72" dur="1000" fill="hold"/>
                                        <p:tgtEl>
                                          <p:spTgt spid="12"/>
                                        </p:tgtEl>
                                        <p:attrNameLst>
                                          <p:attrName>ppt_x</p:attrName>
                                        </p:attrNameLst>
                                      </p:cBhvr>
                                      <p:tavLst>
                                        <p:tav tm="0">
                                          <p:val>
                                            <p:strVal val="#ppt_x"/>
                                          </p:val>
                                        </p:tav>
                                        <p:tav tm="100000">
                                          <p:val>
                                            <p:strVal val="#ppt_x"/>
                                          </p:val>
                                        </p:tav>
                                      </p:tavLst>
                                    </p:anim>
                                    <p:anim calcmode="lin" valueType="num">
                                      <p:cBhvr>
                                        <p:cTn id="7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fade">
                                      <p:cBhvr>
                                        <p:cTn id="78" dur="1000"/>
                                        <p:tgtEl>
                                          <p:spTgt spid="13"/>
                                        </p:tgtEl>
                                      </p:cBhvr>
                                    </p:animEffect>
                                    <p:anim calcmode="lin" valueType="num">
                                      <p:cBhvr>
                                        <p:cTn id="79" dur="1000" fill="hold"/>
                                        <p:tgtEl>
                                          <p:spTgt spid="13"/>
                                        </p:tgtEl>
                                        <p:attrNameLst>
                                          <p:attrName>ppt_x</p:attrName>
                                        </p:attrNameLst>
                                      </p:cBhvr>
                                      <p:tavLst>
                                        <p:tav tm="0">
                                          <p:val>
                                            <p:strVal val="#ppt_x"/>
                                          </p:val>
                                        </p:tav>
                                        <p:tav tm="100000">
                                          <p:val>
                                            <p:strVal val="#ppt_x"/>
                                          </p:val>
                                        </p:tav>
                                      </p:tavLst>
                                    </p:anim>
                                    <p:anim calcmode="lin" valueType="num">
                                      <p:cBhvr>
                                        <p:cTn id="80" dur="1000" fill="hold"/>
                                        <p:tgtEl>
                                          <p:spTgt spid="13"/>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fade">
                                      <p:cBhvr>
                                        <p:cTn id="83" dur="1000"/>
                                        <p:tgtEl>
                                          <p:spTgt spid="14"/>
                                        </p:tgtEl>
                                      </p:cBhvr>
                                    </p:animEffect>
                                    <p:anim calcmode="lin" valueType="num">
                                      <p:cBhvr>
                                        <p:cTn id="84" dur="1000" fill="hold"/>
                                        <p:tgtEl>
                                          <p:spTgt spid="14"/>
                                        </p:tgtEl>
                                        <p:attrNameLst>
                                          <p:attrName>ppt_x</p:attrName>
                                        </p:attrNameLst>
                                      </p:cBhvr>
                                      <p:tavLst>
                                        <p:tav tm="0">
                                          <p:val>
                                            <p:strVal val="#ppt_x"/>
                                          </p:val>
                                        </p:tav>
                                        <p:tav tm="100000">
                                          <p:val>
                                            <p:strVal val="#ppt_x"/>
                                          </p:val>
                                        </p:tav>
                                      </p:tavLst>
                                    </p:anim>
                                    <p:anim calcmode="lin" valueType="num">
                                      <p:cBhvr>
                                        <p:cTn id="85" dur="1000" fill="hold"/>
                                        <p:tgtEl>
                                          <p:spTgt spid="14"/>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15"/>
                                        </p:tgtEl>
                                        <p:attrNameLst>
                                          <p:attrName>style.visibility</p:attrName>
                                        </p:attrNameLst>
                                      </p:cBhvr>
                                      <p:to>
                                        <p:strVal val="visible"/>
                                      </p:to>
                                    </p:set>
                                    <p:animEffect transition="in" filter="fade">
                                      <p:cBhvr>
                                        <p:cTn id="88" dur="1000"/>
                                        <p:tgtEl>
                                          <p:spTgt spid="15"/>
                                        </p:tgtEl>
                                      </p:cBhvr>
                                    </p:animEffect>
                                    <p:anim calcmode="lin" valueType="num">
                                      <p:cBhvr>
                                        <p:cTn id="89" dur="1000" fill="hold"/>
                                        <p:tgtEl>
                                          <p:spTgt spid="15"/>
                                        </p:tgtEl>
                                        <p:attrNameLst>
                                          <p:attrName>ppt_x</p:attrName>
                                        </p:attrNameLst>
                                      </p:cBhvr>
                                      <p:tavLst>
                                        <p:tav tm="0">
                                          <p:val>
                                            <p:strVal val="#ppt_x"/>
                                          </p:val>
                                        </p:tav>
                                        <p:tav tm="100000">
                                          <p:val>
                                            <p:strVal val="#ppt_x"/>
                                          </p:val>
                                        </p:tav>
                                      </p:tavLst>
                                    </p:anim>
                                    <p:anim calcmode="lin" valueType="num">
                                      <p:cBhvr>
                                        <p:cTn id="90" dur="1000" fill="hold"/>
                                        <p:tgtEl>
                                          <p:spTgt spid="15"/>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55"/>
                                        </p:tgtEl>
                                        <p:attrNameLst>
                                          <p:attrName>style.visibility</p:attrName>
                                        </p:attrNameLst>
                                      </p:cBhvr>
                                      <p:to>
                                        <p:strVal val="visible"/>
                                      </p:to>
                                    </p:set>
                                    <p:animEffect transition="in" filter="fade">
                                      <p:cBhvr>
                                        <p:cTn id="93" dur="1000"/>
                                        <p:tgtEl>
                                          <p:spTgt spid="55"/>
                                        </p:tgtEl>
                                      </p:cBhvr>
                                    </p:animEffect>
                                    <p:anim calcmode="lin" valueType="num">
                                      <p:cBhvr>
                                        <p:cTn id="94" dur="1000" fill="hold"/>
                                        <p:tgtEl>
                                          <p:spTgt spid="55"/>
                                        </p:tgtEl>
                                        <p:attrNameLst>
                                          <p:attrName>ppt_x</p:attrName>
                                        </p:attrNameLst>
                                      </p:cBhvr>
                                      <p:tavLst>
                                        <p:tav tm="0">
                                          <p:val>
                                            <p:strVal val="#ppt_x"/>
                                          </p:val>
                                        </p:tav>
                                        <p:tav tm="100000">
                                          <p:val>
                                            <p:strVal val="#ppt_x"/>
                                          </p:val>
                                        </p:tav>
                                      </p:tavLst>
                                    </p:anim>
                                    <p:anim calcmode="lin" valueType="num">
                                      <p:cBhvr>
                                        <p:cTn id="95" dur="1000" fill="hold"/>
                                        <p:tgtEl>
                                          <p:spTgt spid="55"/>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56"/>
                                        </p:tgtEl>
                                        <p:attrNameLst>
                                          <p:attrName>style.visibility</p:attrName>
                                        </p:attrNameLst>
                                      </p:cBhvr>
                                      <p:to>
                                        <p:strVal val="visible"/>
                                      </p:to>
                                    </p:set>
                                    <p:animEffect transition="in" filter="fade">
                                      <p:cBhvr>
                                        <p:cTn id="98" dur="1000"/>
                                        <p:tgtEl>
                                          <p:spTgt spid="56"/>
                                        </p:tgtEl>
                                      </p:cBhvr>
                                    </p:animEffect>
                                    <p:anim calcmode="lin" valueType="num">
                                      <p:cBhvr>
                                        <p:cTn id="99" dur="1000" fill="hold"/>
                                        <p:tgtEl>
                                          <p:spTgt spid="56"/>
                                        </p:tgtEl>
                                        <p:attrNameLst>
                                          <p:attrName>ppt_x</p:attrName>
                                        </p:attrNameLst>
                                      </p:cBhvr>
                                      <p:tavLst>
                                        <p:tav tm="0">
                                          <p:val>
                                            <p:strVal val="#ppt_x"/>
                                          </p:val>
                                        </p:tav>
                                        <p:tav tm="100000">
                                          <p:val>
                                            <p:strVal val="#ppt_x"/>
                                          </p:val>
                                        </p:tav>
                                      </p:tavLst>
                                    </p:anim>
                                    <p:anim calcmode="lin" valueType="num">
                                      <p:cBhvr>
                                        <p:cTn id="100"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58"/>
                                        </p:tgtEl>
                                        <p:attrNameLst>
                                          <p:attrName>style.visibility</p:attrName>
                                        </p:attrNameLst>
                                      </p:cBhvr>
                                      <p:to>
                                        <p:strVal val="visible"/>
                                      </p:to>
                                    </p:set>
                                    <p:animEffect transition="in" filter="fade">
                                      <p:cBhvr>
                                        <p:cTn id="105" dur="1000"/>
                                        <p:tgtEl>
                                          <p:spTgt spid="58"/>
                                        </p:tgtEl>
                                      </p:cBhvr>
                                    </p:animEffect>
                                    <p:anim calcmode="lin" valueType="num">
                                      <p:cBhvr>
                                        <p:cTn id="106" dur="1000" fill="hold"/>
                                        <p:tgtEl>
                                          <p:spTgt spid="58"/>
                                        </p:tgtEl>
                                        <p:attrNameLst>
                                          <p:attrName>ppt_x</p:attrName>
                                        </p:attrNameLst>
                                      </p:cBhvr>
                                      <p:tavLst>
                                        <p:tav tm="0">
                                          <p:val>
                                            <p:strVal val="#ppt_x"/>
                                          </p:val>
                                        </p:tav>
                                        <p:tav tm="100000">
                                          <p:val>
                                            <p:strVal val="#ppt_x"/>
                                          </p:val>
                                        </p:tav>
                                      </p:tavLst>
                                    </p:anim>
                                    <p:anim calcmode="lin" valueType="num">
                                      <p:cBhvr>
                                        <p:cTn id="107" dur="1000" fill="hold"/>
                                        <p:tgtEl>
                                          <p:spTgt spid="58"/>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16"/>
                                        </p:tgtEl>
                                        <p:attrNameLst>
                                          <p:attrName>style.visibility</p:attrName>
                                        </p:attrNameLst>
                                      </p:cBhvr>
                                      <p:to>
                                        <p:strVal val="visible"/>
                                      </p:to>
                                    </p:set>
                                    <p:animEffect transition="in" filter="fade">
                                      <p:cBhvr>
                                        <p:cTn id="110" dur="1000"/>
                                        <p:tgtEl>
                                          <p:spTgt spid="16"/>
                                        </p:tgtEl>
                                      </p:cBhvr>
                                    </p:animEffect>
                                    <p:anim calcmode="lin" valueType="num">
                                      <p:cBhvr>
                                        <p:cTn id="111" dur="1000" fill="hold"/>
                                        <p:tgtEl>
                                          <p:spTgt spid="16"/>
                                        </p:tgtEl>
                                        <p:attrNameLst>
                                          <p:attrName>ppt_x</p:attrName>
                                        </p:attrNameLst>
                                      </p:cBhvr>
                                      <p:tavLst>
                                        <p:tav tm="0">
                                          <p:val>
                                            <p:strVal val="#ppt_x"/>
                                          </p:val>
                                        </p:tav>
                                        <p:tav tm="100000">
                                          <p:val>
                                            <p:strVal val="#ppt_x"/>
                                          </p:val>
                                        </p:tav>
                                      </p:tavLst>
                                    </p:anim>
                                    <p:anim calcmode="lin" valueType="num">
                                      <p:cBhvr>
                                        <p:cTn id="112" dur="1000" fill="hold"/>
                                        <p:tgtEl>
                                          <p:spTgt spid="16"/>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fade">
                                      <p:cBhvr>
                                        <p:cTn id="115" dur="1000"/>
                                        <p:tgtEl>
                                          <p:spTgt spid="17"/>
                                        </p:tgtEl>
                                      </p:cBhvr>
                                    </p:animEffect>
                                    <p:anim calcmode="lin" valueType="num">
                                      <p:cBhvr>
                                        <p:cTn id="116" dur="1000" fill="hold"/>
                                        <p:tgtEl>
                                          <p:spTgt spid="17"/>
                                        </p:tgtEl>
                                        <p:attrNameLst>
                                          <p:attrName>ppt_x</p:attrName>
                                        </p:attrNameLst>
                                      </p:cBhvr>
                                      <p:tavLst>
                                        <p:tav tm="0">
                                          <p:val>
                                            <p:strVal val="#ppt_x"/>
                                          </p:val>
                                        </p:tav>
                                        <p:tav tm="100000">
                                          <p:val>
                                            <p:strVal val="#ppt_x"/>
                                          </p:val>
                                        </p:tav>
                                      </p:tavLst>
                                    </p:anim>
                                    <p:anim calcmode="lin" valueType="num">
                                      <p:cBhvr>
                                        <p:cTn id="117" dur="1000" fill="hold"/>
                                        <p:tgtEl>
                                          <p:spTgt spid="17"/>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18"/>
                                        </p:tgtEl>
                                        <p:attrNameLst>
                                          <p:attrName>style.visibility</p:attrName>
                                        </p:attrNameLst>
                                      </p:cBhvr>
                                      <p:to>
                                        <p:strVal val="visible"/>
                                      </p:to>
                                    </p:set>
                                    <p:animEffect transition="in" filter="fade">
                                      <p:cBhvr>
                                        <p:cTn id="120" dur="1000"/>
                                        <p:tgtEl>
                                          <p:spTgt spid="18"/>
                                        </p:tgtEl>
                                      </p:cBhvr>
                                    </p:animEffect>
                                    <p:anim calcmode="lin" valueType="num">
                                      <p:cBhvr>
                                        <p:cTn id="121" dur="1000" fill="hold"/>
                                        <p:tgtEl>
                                          <p:spTgt spid="18"/>
                                        </p:tgtEl>
                                        <p:attrNameLst>
                                          <p:attrName>ppt_x</p:attrName>
                                        </p:attrNameLst>
                                      </p:cBhvr>
                                      <p:tavLst>
                                        <p:tav tm="0">
                                          <p:val>
                                            <p:strVal val="#ppt_x"/>
                                          </p:val>
                                        </p:tav>
                                        <p:tav tm="100000">
                                          <p:val>
                                            <p:strVal val="#ppt_x"/>
                                          </p:val>
                                        </p:tav>
                                      </p:tavLst>
                                    </p:anim>
                                    <p:anim calcmode="lin" valueType="num">
                                      <p:cBhvr>
                                        <p:cTn id="122" dur="1000" fill="hold"/>
                                        <p:tgtEl>
                                          <p:spTgt spid="18"/>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57"/>
                                        </p:tgtEl>
                                        <p:attrNameLst>
                                          <p:attrName>style.visibility</p:attrName>
                                        </p:attrNameLst>
                                      </p:cBhvr>
                                      <p:to>
                                        <p:strVal val="visible"/>
                                      </p:to>
                                    </p:set>
                                    <p:animEffect transition="in" filter="fade">
                                      <p:cBhvr>
                                        <p:cTn id="125" dur="1000"/>
                                        <p:tgtEl>
                                          <p:spTgt spid="57"/>
                                        </p:tgtEl>
                                      </p:cBhvr>
                                    </p:animEffect>
                                    <p:anim calcmode="lin" valueType="num">
                                      <p:cBhvr>
                                        <p:cTn id="126" dur="1000" fill="hold"/>
                                        <p:tgtEl>
                                          <p:spTgt spid="57"/>
                                        </p:tgtEl>
                                        <p:attrNameLst>
                                          <p:attrName>ppt_x</p:attrName>
                                        </p:attrNameLst>
                                      </p:cBhvr>
                                      <p:tavLst>
                                        <p:tav tm="0">
                                          <p:val>
                                            <p:strVal val="#ppt_x"/>
                                          </p:val>
                                        </p:tav>
                                        <p:tav tm="100000">
                                          <p:val>
                                            <p:strVal val="#ppt_x"/>
                                          </p:val>
                                        </p:tav>
                                      </p:tavLst>
                                    </p:anim>
                                    <p:anim calcmode="lin" valueType="num">
                                      <p:cBhvr>
                                        <p:cTn id="127"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nodeType="clickEffect">
                                  <p:stCondLst>
                                    <p:cond delay="0"/>
                                  </p:stCondLst>
                                  <p:childTnLst>
                                    <p:set>
                                      <p:cBhvr>
                                        <p:cTn id="131" dur="1" fill="hold">
                                          <p:stCondLst>
                                            <p:cond delay="0"/>
                                          </p:stCondLst>
                                        </p:cTn>
                                        <p:tgtEl>
                                          <p:spTgt spid="19"/>
                                        </p:tgtEl>
                                        <p:attrNameLst>
                                          <p:attrName>style.visibility</p:attrName>
                                        </p:attrNameLst>
                                      </p:cBhvr>
                                      <p:to>
                                        <p:strVal val="visible"/>
                                      </p:to>
                                    </p:set>
                                    <p:animEffect transition="in" filter="fade">
                                      <p:cBhvr>
                                        <p:cTn id="132" dur="1000"/>
                                        <p:tgtEl>
                                          <p:spTgt spid="19"/>
                                        </p:tgtEl>
                                      </p:cBhvr>
                                    </p:animEffect>
                                    <p:anim calcmode="lin" valueType="num">
                                      <p:cBhvr>
                                        <p:cTn id="133" dur="1000" fill="hold"/>
                                        <p:tgtEl>
                                          <p:spTgt spid="19"/>
                                        </p:tgtEl>
                                        <p:attrNameLst>
                                          <p:attrName>ppt_x</p:attrName>
                                        </p:attrNameLst>
                                      </p:cBhvr>
                                      <p:tavLst>
                                        <p:tav tm="0">
                                          <p:val>
                                            <p:strVal val="#ppt_x"/>
                                          </p:val>
                                        </p:tav>
                                        <p:tav tm="100000">
                                          <p:val>
                                            <p:strVal val="#ppt_x"/>
                                          </p:val>
                                        </p:tav>
                                      </p:tavLst>
                                    </p:anim>
                                    <p:anim calcmode="lin" valueType="num">
                                      <p:cBhvr>
                                        <p:cTn id="134" dur="1000" fill="hold"/>
                                        <p:tgtEl>
                                          <p:spTgt spid="19"/>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59"/>
                                        </p:tgtEl>
                                        <p:attrNameLst>
                                          <p:attrName>style.visibility</p:attrName>
                                        </p:attrNameLst>
                                      </p:cBhvr>
                                      <p:to>
                                        <p:strVal val="visible"/>
                                      </p:to>
                                    </p:set>
                                    <p:animEffect transition="in" filter="fade">
                                      <p:cBhvr>
                                        <p:cTn id="137" dur="1000"/>
                                        <p:tgtEl>
                                          <p:spTgt spid="59"/>
                                        </p:tgtEl>
                                      </p:cBhvr>
                                    </p:animEffect>
                                    <p:anim calcmode="lin" valueType="num">
                                      <p:cBhvr>
                                        <p:cTn id="138" dur="1000" fill="hold"/>
                                        <p:tgtEl>
                                          <p:spTgt spid="59"/>
                                        </p:tgtEl>
                                        <p:attrNameLst>
                                          <p:attrName>ppt_x</p:attrName>
                                        </p:attrNameLst>
                                      </p:cBhvr>
                                      <p:tavLst>
                                        <p:tav tm="0">
                                          <p:val>
                                            <p:strVal val="#ppt_x"/>
                                          </p:val>
                                        </p:tav>
                                        <p:tav tm="100000">
                                          <p:val>
                                            <p:strVal val="#ppt_x"/>
                                          </p:val>
                                        </p:tav>
                                      </p:tavLst>
                                    </p:anim>
                                    <p:anim calcmode="lin" valueType="num">
                                      <p:cBhvr>
                                        <p:cTn id="139" dur="1000" fill="hold"/>
                                        <p:tgtEl>
                                          <p:spTgt spid="59"/>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41" dur="1" fill="hold">
                                          <p:stCondLst>
                                            <p:cond delay="0"/>
                                          </p:stCondLst>
                                        </p:cTn>
                                        <p:tgtEl>
                                          <p:spTgt spid="20"/>
                                        </p:tgtEl>
                                        <p:attrNameLst>
                                          <p:attrName>style.visibility</p:attrName>
                                        </p:attrNameLst>
                                      </p:cBhvr>
                                      <p:to>
                                        <p:strVal val="visible"/>
                                      </p:to>
                                    </p:set>
                                    <p:animEffect transition="in" filter="fade">
                                      <p:cBhvr>
                                        <p:cTn id="142" dur="1000"/>
                                        <p:tgtEl>
                                          <p:spTgt spid="20"/>
                                        </p:tgtEl>
                                      </p:cBhvr>
                                    </p:animEffect>
                                    <p:anim calcmode="lin" valueType="num">
                                      <p:cBhvr>
                                        <p:cTn id="143" dur="1000" fill="hold"/>
                                        <p:tgtEl>
                                          <p:spTgt spid="20"/>
                                        </p:tgtEl>
                                        <p:attrNameLst>
                                          <p:attrName>ppt_x</p:attrName>
                                        </p:attrNameLst>
                                      </p:cBhvr>
                                      <p:tavLst>
                                        <p:tav tm="0">
                                          <p:val>
                                            <p:strVal val="#ppt_x"/>
                                          </p:val>
                                        </p:tav>
                                        <p:tav tm="100000">
                                          <p:val>
                                            <p:strVal val="#ppt_x"/>
                                          </p:val>
                                        </p:tav>
                                      </p:tavLst>
                                    </p:anim>
                                    <p:anim calcmode="lin" valueType="num">
                                      <p:cBhvr>
                                        <p:cTn id="144" dur="1000" fill="hold"/>
                                        <p:tgtEl>
                                          <p:spTgt spid="20"/>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6" dur="1" fill="hold">
                                          <p:stCondLst>
                                            <p:cond delay="0"/>
                                          </p:stCondLst>
                                        </p:cTn>
                                        <p:tgtEl>
                                          <p:spTgt spid="21"/>
                                        </p:tgtEl>
                                        <p:attrNameLst>
                                          <p:attrName>style.visibility</p:attrName>
                                        </p:attrNameLst>
                                      </p:cBhvr>
                                      <p:to>
                                        <p:strVal val="visible"/>
                                      </p:to>
                                    </p:set>
                                    <p:animEffect transition="in" filter="fade">
                                      <p:cBhvr>
                                        <p:cTn id="147" dur="1000"/>
                                        <p:tgtEl>
                                          <p:spTgt spid="21"/>
                                        </p:tgtEl>
                                      </p:cBhvr>
                                    </p:animEffect>
                                    <p:anim calcmode="lin" valueType="num">
                                      <p:cBhvr>
                                        <p:cTn id="148" dur="1000" fill="hold"/>
                                        <p:tgtEl>
                                          <p:spTgt spid="21"/>
                                        </p:tgtEl>
                                        <p:attrNameLst>
                                          <p:attrName>ppt_x</p:attrName>
                                        </p:attrNameLst>
                                      </p:cBhvr>
                                      <p:tavLst>
                                        <p:tav tm="0">
                                          <p:val>
                                            <p:strVal val="#ppt_x"/>
                                          </p:val>
                                        </p:tav>
                                        <p:tav tm="100000">
                                          <p:val>
                                            <p:strVal val="#ppt_x"/>
                                          </p:val>
                                        </p:tav>
                                      </p:tavLst>
                                    </p:anim>
                                    <p:anim calcmode="lin" valueType="num">
                                      <p:cBhvr>
                                        <p:cTn id="149" dur="1000" fill="hold"/>
                                        <p:tgtEl>
                                          <p:spTgt spid="21"/>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51" dur="1" fill="hold">
                                          <p:stCondLst>
                                            <p:cond delay="0"/>
                                          </p:stCondLst>
                                        </p:cTn>
                                        <p:tgtEl>
                                          <p:spTgt spid="22"/>
                                        </p:tgtEl>
                                        <p:attrNameLst>
                                          <p:attrName>style.visibility</p:attrName>
                                        </p:attrNameLst>
                                      </p:cBhvr>
                                      <p:to>
                                        <p:strVal val="visible"/>
                                      </p:to>
                                    </p:set>
                                    <p:animEffect transition="in" filter="fade">
                                      <p:cBhvr>
                                        <p:cTn id="152" dur="1000"/>
                                        <p:tgtEl>
                                          <p:spTgt spid="22"/>
                                        </p:tgtEl>
                                      </p:cBhvr>
                                    </p:animEffect>
                                    <p:anim calcmode="lin" valueType="num">
                                      <p:cBhvr>
                                        <p:cTn id="153" dur="1000" fill="hold"/>
                                        <p:tgtEl>
                                          <p:spTgt spid="22"/>
                                        </p:tgtEl>
                                        <p:attrNameLst>
                                          <p:attrName>ppt_x</p:attrName>
                                        </p:attrNameLst>
                                      </p:cBhvr>
                                      <p:tavLst>
                                        <p:tav tm="0">
                                          <p:val>
                                            <p:strVal val="#ppt_x"/>
                                          </p:val>
                                        </p:tav>
                                        <p:tav tm="100000">
                                          <p:val>
                                            <p:strVal val="#ppt_x"/>
                                          </p:val>
                                        </p:tav>
                                      </p:tavLst>
                                    </p:anim>
                                    <p:anim calcmode="lin" valueType="num">
                                      <p:cBhvr>
                                        <p:cTn id="154" dur="1000" fill="hold"/>
                                        <p:tgtEl>
                                          <p:spTgt spid="22"/>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60"/>
                                        </p:tgtEl>
                                        <p:attrNameLst>
                                          <p:attrName>style.visibility</p:attrName>
                                        </p:attrNameLst>
                                      </p:cBhvr>
                                      <p:to>
                                        <p:strVal val="visible"/>
                                      </p:to>
                                    </p:set>
                                    <p:animEffect transition="in" filter="fade">
                                      <p:cBhvr>
                                        <p:cTn id="157" dur="1000"/>
                                        <p:tgtEl>
                                          <p:spTgt spid="60"/>
                                        </p:tgtEl>
                                      </p:cBhvr>
                                    </p:animEffect>
                                    <p:anim calcmode="lin" valueType="num">
                                      <p:cBhvr>
                                        <p:cTn id="158" dur="1000" fill="hold"/>
                                        <p:tgtEl>
                                          <p:spTgt spid="60"/>
                                        </p:tgtEl>
                                        <p:attrNameLst>
                                          <p:attrName>ppt_x</p:attrName>
                                        </p:attrNameLst>
                                      </p:cBhvr>
                                      <p:tavLst>
                                        <p:tav tm="0">
                                          <p:val>
                                            <p:strVal val="#ppt_x"/>
                                          </p:val>
                                        </p:tav>
                                        <p:tav tm="100000">
                                          <p:val>
                                            <p:strVal val="#ppt_x"/>
                                          </p:val>
                                        </p:tav>
                                      </p:tavLst>
                                    </p:anim>
                                    <p:anim calcmode="lin" valueType="num">
                                      <p:cBhvr>
                                        <p:cTn id="159" dur="1000" fill="hold"/>
                                        <p:tgtEl>
                                          <p:spTgt spid="60"/>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61"/>
                                        </p:tgtEl>
                                        <p:attrNameLst>
                                          <p:attrName>style.visibility</p:attrName>
                                        </p:attrNameLst>
                                      </p:cBhvr>
                                      <p:to>
                                        <p:strVal val="visible"/>
                                      </p:to>
                                    </p:set>
                                    <p:animEffect transition="in" filter="fade">
                                      <p:cBhvr>
                                        <p:cTn id="162" dur="1000"/>
                                        <p:tgtEl>
                                          <p:spTgt spid="61"/>
                                        </p:tgtEl>
                                      </p:cBhvr>
                                    </p:animEffect>
                                    <p:anim calcmode="lin" valueType="num">
                                      <p:cBhvr>
                                        <p:cTn id="163" dur="1000" fill="hold"/>
                                        <p:tgtEl>
                                          <p:spTgt spid="61"/>
                                        </p:tgtEl>
                                        <p:attrNameLst>
                                          <p:attrName>ppt_x</p:attrName>
                                        </p:attrNameLst>
                                      </p:cBhvr>
                                      <p:tavLst>
                                        <p:tav tm="0">
                                          <p:val>
                                            <p:strVal val="#ppt_x"/>
                                          </p:val>
                                        </p:tav>
                                        <p:tav tm="100000">
                                          <p:val>
                                            <p:strVal val="#ppt_x"/>
                                          </p:val>
                                        </p:tav>
                                      </p:tavLst>
                                    </p:anim>
                                    <p:anim calcmode="lin" valueType="num">
                                      <p:cBhvr>
                                        <p:cTn id="164" dur="1000" fill="hold"/>
                                        <p:tgtEl>
                                          <p:spTgt spid="61"/>
                                        </p:tgtEl>
                                        <p:attrNameLst>
                                          <p:attrName>ppt_y</p:attrName>
                                        </p:attrNameLst>
                                      </p:cBhvr>
                                      <p:tavLst>
                                        <p:tav tm="0">
                                          <p:val>
                                            <p:strVal val="#ppt_y+.1"/>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62"/>
                                        </p:tgtEl>
                                        <p:attrNameLst>
                                          <p:attrName>style.visibility</p:attrName>
                                        </p:attrNameLst>
                                      </p:cBhvr>
                                      <p:to>
                                        <p:strVal val="visible"/>
                                      </p:to>
                                    </p:set>
                                    <p:animEffect transition="in" filter="fade">
                                      <p:cBhvr>
                                        <p:cTn id="167" dur="1000"/>
                                        <p:tgtEl>
                                          <p:spTgt spid="62"/>
                                        </p:tgtEl>
                                      </p:cBhvr>
                                    </p:animEffect>
                                    <p:anim calcmode="lin" valueType="num">
                                      <p:cBhvr>
                                        <p:cTn id="168" dur="1000" fill="hold"/>
                                        <p:tgtEl>
                                          <p:spTgt spid="62"/>
                                        </p:tgtEl>
                                        <p:attrNameLst>
                                          <p:attrName>ppt_x</p:attrName>
                                        </p:attrNameLst>
                                      </p:cBhvr>
                                      <p:tavLst>
                                        <p:tav tm="0">
                                          <p:val>
                                            <p:strVal val="#ppt_x"/>
                                          </p:val>
                                        </p:tav>
                                        <p:tav tm="100000">
                                          <p:val>
                                            <p:strVal val="#ppt_x"/>
                                          </p:val>
                                        </p:tav>
                                      </p:tavLst>
                                    </p:anim>
                                    <p:anim calcmode="lin" valueType="num">
                                      <p:cBhvr>
                                        <p:cTn id="169" dur="1000" fill="hold"/>
                                        <p:tgtEl>
                                          <p:spTgt spid="62"/>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63"/>
                                        </p:tgtEl>
                                        <p:attrNameLst>
                                          <p:attrName>style.visibility</p:attrName>
                                        </p:attrNameLst>
                                      </p:cBhvr>
                                      <p:to>
                                        <p:strVal val="visible"/>
                                      </p:to>
                                    </p:set>
                                    <p:animEffect transition="in" filter="fade">
                                      <p:cBhvr>
                                        <p:cTn id="172" dur="1000"/>
                                        <p:tgtEl>
                                          <p:spTgt spid="63"/>
                                        </p:tgtEl>
                                      </p:cBhvr>
                                    </p:animEffect>
                                    <p:anim calcmode="lin" valueType="num">
                                      <p:cBhvr>
                                        <p:cTn id="173" dur="1000" fill="hold"/>
                                        <p:tgtEl>
                                          <p:spTgt spid="63"/>
                                        </p:tgtEl>
                                        <p:attrNameLst>
                                          <p:attrName>ppt_x</p:attrName>
                                        </p:attrNameLst>
                                      </p:cBhvr>
                                      <p:tavLst>
                                        <p:tav tm="0">
                                          <p:val>
                                            <p:strVal val="#ppt_x"/>
                                          </p:val>
                                        </p:tav>
                                        <p:tav tm="100000">
                                          <p:val>
                                            <p:strVal val="#ppt_x"/>
                                          </p:val>
                                        </p:tav>
                                      </p:tavLst>
                                    </p:anim>
                                    <p:anim calcmode="lin" valueType="num">
                                      <p:cBhvr>
                                        <p:cTn id="174" dur="1000" fill="hold"/>
                                        <p:tgtEl>
                                          <p:spTgt spid="63"/>
                                        </p:tgtEl>
                                        <p:attrNameLst>
                                          <p:attrName>ppt_y</p:attrName>
                                        </p:attrNameLst>
                                      </p:cBhvr>
                                      <p:tavLst>
                                        <p:tav tm="0">
                                          <p:val>
                                            <p:strVal val="#ppt_y+.1"/>
                                          </p:val>
                                        </p:tav>
                                        <p:tav tm="100000">
                                          <p:val>
                                            <p:strVal val="#ppt_y"/>
                                          </p:val>
                                        </p:tav>
                                      </p:tavLst>
                                    </p:anim>
                                  </p:childTnLst>
                                </p:cTn>
                              </p:par>
                            </p:childTnLst>
                          </p:cTn>
                        </p:par>
                        <p:par>
                          <p:cTn id="175" fill="hold">
                            <p:stCondLst>
                              <p:cond delay="1000"/>
                            </p:stCondLst>
                            <p:childTnLst>
                              <p:par>
                                <p:cTn id="176" presetID="42" presetClass="entr" presetSubtype="0" fill="hold" nodeType="afterEffect">
                                  <p:stCondLst>
                                    <p:cond delay="0"/>
                                  </p:stCondLst>
                                  <p:childTnLst>
                                    <p:set>
                                      <p:cBhvr>
                                        <p:cTn id="177" dur="1" fill="hold">
                                          <p:stCondLst>
                                            <p:cond delay="0"/>
                                          </p:stCondLst>
                                        </p:cTn>
                                        <p:tgtEl>
                                          <p:spTgt spid="23"/>
                                        </p:tgtEl>
                                        <p:attrNameLst>
                                          <p:attrName>style.visibility</p:attrName>
                                        </p:attrNameLst>
                                      </p:cBhvr>
                                      <p:to>
                                        <p:strVal val="visible"/>
                                      </p:to>
                                    </p:set>
                                    <p:animEffect transition="in" filter="fade">
                                      <p:cBhvr>
                                        <p:cTn id="178" dur="1000"/>
                                        <p:tgtEl>
                                          <p:spTgt spid="23"/>
                                        </p:tgtEl>
                                      </p:cBhvr>
                                    </p:animEffect>
                                    <p:anim calcmode="lin" valueType="num">
                                      <p:cBhvr>
                                        <p:cTn id="179" dur="1000" fill="hold"/>
                                        <p:tgtEl>
                                          <p:spTgt spid="23"/>
                                        </p:tgtEl>
                                        <p:attrNameLst>
                                          <p:attrName>ppt_x</p:attrName>
                                        </p:attrNameLst>
                                      </p:cBhvr>
                                      <p:tavLst>
                                        <p:tav tm="0">
                                          <p:val>
                                            <p:strVal val="#ppt_x"/>
                                          </p:val>
                                        </p:tav>
                                        <p:tav tm="100000">
                                          <p:val>
                                            <p:strVal val="#ppt_x"/>
                                          </p:val>
                                        </p:tav>
                                      </p:tavLst>
                                    </p:anim>
                                    <p:anim calcmode="lin" valueType="num">
                                      <p:cBhvr>
                                        <p:cTn id="180" dur="1000" fill="hold"/>
                                        <p:tgtEl>
                                          <p:spTgt spid="23"/>
                                        </p:tgtEl>
                                        <p:attrNameLst>
                                          <p:attrName>ppt_y</p:attrName>
                                        </p:attrNameLst>
                                      </p:cBhvr>
                                      <p:tavLst>
                                        <p:tav tm="0">
                                          <p:val>
                                            <p:strVal val="#ppt_y+.1"/>
                                          </p:val>
                                        </p:tav>
                                        <p:tav tm="100000">
                                          <p:val>
                                            <p:strVal val="#ppt_y"/>
                                          </p:val>
                                        </p:tav>
                                      </p:tavLst>
                                    </p:anim>
                                  </p:childTnLst>
                                </p:cTn>
                              </p:par>
                            </p:childTnLst>
                          </p:cTn>
                        </p:par>
                        <p:par>
                          <p:cTn id="181" fill="hold">
                            <p:stCondLst>
                              <p:cond delay="2000"/>
                            </p:stCondLst>
                            <p:childTnLst>
                              <p:par>
                                <p:cTn id="182" presetID="42" presetClass="entr" presetSubtype="0" fill="hold" nodeType="afterEffect">
                                  <p:stCondLst>
                                    <p:cond delay="0"/>
                                  </p:stCondLst>
                                  <p:childTnLst>
                                    <p:set>
                                      <p:cBhvr>
                                        <p:cTn id="183" dur="1" fill="hold">
                                          <p:stCondLst>
                                            <p:cond delay="0"/>
                                          </p:stCondLst>
                                        </p:cTn>
                                        <p:tgtEl>
                                          <p:spTgt spid="24"/>
                                        </p:tgtEl>
                                        <p:attrNameLst>
                                          <p:attrName>style.visibility</p:attrName>
                                        </p:attrNameLst>
                                      </p:cBhvr>
                                      <p:to>
                                        <p:strVal val="visible"/>
                                      </p:to>
                                    </p:set>
                                    <p:animEffect transition="in" filter="fade">
                                      <p:cBhvr>
                                        <p:cTn id="184" dur="1000"/>
                                        <p:tgtEl>
                                          <p:spTgt spid="24"/>
                                        </p:tgtEl>
                                      </p:cBhvr>
                                    </p:animEffect>
                                    <p:anim calcmode="lin" valueType="num">
                                      <p:cBhvr>
                                        <p:cTn id="185" dur="1000" fill="hold"/>
                                        <p:tgtEl>
                                          <p:spTgt spid="24"/>
                                        </p:tgtEl>
                                        <p:attrNameLst>
                                          <p:attrName>ppt_x</p:attrName>
                                        </p:attrNameLst>
                                      </p:cBhvr>
                                      <p:tavLst>
                                        <p:tav tm="0">
                                          <p:val>
                                            <p:strVal val="#ppt_x"/>
                                          </p:val>
                                        </p:tav>
                                        <p:tav tm="100000">
                                          <p:val>
                                            <p:strVal val="#ppt_x"/>
                                          </p:val>
                                        </p:tav>
                                      </p:tavLst>
                                    </p:anim>
                                    <p:anim calcmode="lin" valueType="num">
                                      <p:cBhvr>
                                        <p:cTn id="18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42" presetClass="entr" presetSubtype="0" fill="hold" nodeType="clickEffect">
                                  <p:stCondLst>
                                    <p:cond delay="0"/>
                                  </p:stCondLst>
                                  <p:childTnLst>
                                    <p:set>
                                      <p:cBhvr>
                                        <p:cTn id="190" dur="1" fill="hold">
                                          <p:stCondLst>
                                            <p:cond delay="0"/>
                                          </p:stCondLst>
                                        </p:cTn>
                                        <p:tgtEl>
                                          <p:spTgt spid="26"/>
                                        </p:tgtEl>
                                        <p:attrNameLst>
                                          <p:attrName>style.visibility</p:attrName>
                                        </p:attrNameLst>
                                      </p:cBhvr>
                                      <p:to>
                                        <p:strVal val="visible"/>
                                      </p:to>
                                    </p:set>
                                    <p:animEffect transition="in" filter="fade">
                                      <p:cBhvr>
                                        <p:cTn id="191" dur="1000"/>
                                        <p:tgtEl>
                                          <p:spTgt spid="26"/>
                                        </p:tgtEl>
                                      </p:cBhvr>
                                    </p:animEffect>
                                    <p:anim calcmode="lin" valueType="num">
                                      <p:cBhvr>
                                        <p:cTn id="192" dur="1000" fill="hold"/>
                                        <p:tgtEl>
                                          <p:spTgt spid="26"/>
                                        </p:tgtEl>
                                        <p:attrNameLst>
                                          <p:attrName>ppt_x</p:attrName>
                                        </p:attrNameLst>
                                      </p:cBhvr>
                                      <p:tavLst>
                                        <p:tav tm="0">
                                          <p:val>
                                            <p:strVal val="#ppt_x"/>
                                          </p:val>
                                        </p:tav>
                                        <p:tav tm="100000">
                                          <p:val>
                                            <p:strVal val="#ppt_x"/>
                                          </p:val>
                                        </p:tav>
                                      </p:tavLst>
                                    </p:anim>
                                    <p:anim calcmode="lin" valueType="num">
                                      <p:cBhvr>
                                        <p:cTn id="193" dur="1000" fill="hold"/>
                                        <p:tgtEl>
                                          <p:spTgt spid="26"/>
                                        </p:tgtEl>
                                        <p:attrNameLst>
                                          <p:attrName>ppt_y</p:attrName>
                                        </p:attrNameLst>
                                      </p:cBhvr>
                                      <p:tavLst>
                                        <p:tav tm="0">
                                          <p:val>
                                            <p:strVal val="#ppt_y+.1"/>
                                          </p:val>
                                        </p:tav>
                                        <p:tav tm="100000">
                                          <p:val>
                                            <p:strVal val="#ppt_y"/>
                                          </p:val>
                                        </p:tav>
                                      </p:tavLst>
                                    </p:anim>
                                  </p:childTnLst>
                                </p:cTn>
                              </p:par>
                              <p:par>
                                <p:cTn id="194" presetID="42" presetClass="entr" presetSubtype="0" fill="hold" grpId="0" nodeType="withEffect">
                                  <p:stCondLst>
                                    <p:cond delay="0"/>
                                  </p:stCondLst>
                                  <p:childTnLst>
                                    <p:set>
                                      <p:cBhvr>
                                        <p:cTn id="195" dur="1" fill="hold">
                                          <p:stCondLst>
                                            <p:cond delay="0"/>
                                          </p:stCondLst>
                                        </p:cTn>
                                        <p:tgtEl>
                                          <p:spTgt spid="64"/>
                                        </p:tgtEl>
                                        <p:attrNameLst>
                                          <p:attrName>style.visibility</p:attrName>
                                        </p:attrNameLst>
                                      </p:cBhvr>
                                      <p:to>
                                        <p:strVal val="visible"/>
                                      </p:to>
                                    </p:set>
                                    <p:animEffect transition="in" filter="fade">
                                      <p:cBhvr>
                                        <p:cTn id="196" dur="1000"/>
                                        <p:tgtEl>
                                          <p:spTgt spid="64"/>
                                        </p:tgtEl>
                                      </p:cBhvr>
                                    </p:animEffect>
                                    <p:anim calcmode="lin" valueType="num">
                                      <p:cBhvr>
                                        <p:cTn id="197" dur="1000" fill="hold"/>
                                        <p:tgtEl>
                                          <p:spTgt spid="64"/>
                                        </p:tgtEl>
                                        <p:attrNameLst>
                                          <p:attrName>ppt_x</p:attrName>
                                        </p:attrNameLst>
                                      </p:cBhvr>
                                      <p:tavLst>
                                        <p:tav tm="0">
                                          <p:val>
                                            <p:strVal val="#ppt_x"/>
                                          </p:val>
                                        </p:tav>
                                        <p:tav tm="100000">
                                          <p:val>
                                            <p:strVal val="#ppt_x"/>
                                          </p:val>
                                        </p:tav>
                                      </p:tavLst>
                                    </p:anim>
                                    <p:anim calcmode="lin" valueType="num">
                                      <p:cBhvr>
                                        <p:cTn id="198" dur="1000" fill="hold"/>
                                        <p:tgtEl>
                                          <p:spTgt spid="64"/>
                                        </p:tgtEl>
                                        <p:attrNameLst>
                                          <p:attrName>ppt_y</p:attrName>
                                        </p:attrNameLst>
                                      </p:cBhvr>
                                      <p:tavLst>
                                        <p:tav tm="0">
                                          <p:val>
                                            <p:strVal val="#ppt_y+.1"/>
                                          </p:val>
                                        </p:tav>
                                        <p:tav tm="100000">
                                          <p:val>
                                            <p:strVal val="#ppt_y"/>
                                          </p:val>
                                        </p:tav>
                                      </p:tavLst>
                                    </p:anim>
                                  </p:childTnLst>
                                </p:cTn>
                              </p:par>
                              <p:par>
                                <p:cTn id="199" presetID="42" presetClass="entr" presetSubtype="0" fill="hold" nodeType="withEffect">
                                  <p:stCondLst>
                                    <p:cond delay="0"/>
                                  </p:stCondLst>
                                  <p:childTnLst>
                                    <p:set>
                                      <p:cBhvr>
                                        <p:cTn id="200" dur="1" fill="hold">
                                          <p:stCondLst>
                                            <p:cond delay="0"/>
                                          </p:stCondLst>
                                        </p:cTn>
                                        <p:tgtEl>
                                          <p:spTgt spid="25"/>
                                        </p:tgtEl>
                                        <p:attrNameLst>
                                          <p:attrName>style.visibility</p:attrName>
                                        </p:attrNameLst>
                                      </p:cBhvr>
                                      <p:to>
                                        <p:strVal val="visible"/>
                                      </p:to>
                                    </p:set>
                                    <p:animEffect transition="in" filter="fade">
                                      <p:cBhvr>
                                        <p:cTn id="201" dur="1000"/>
                                        <p:tgtEl>
                                          <p:spTgt spid="25"/>
                                        </p:tgtEl>
                                      </p:cBhvr>
                                    </p:animEffect>
                                    <p:anim calcmode="lin" valueType="num">
                                      <p:cBhvr>
                                        <p:cTn id="202" dur="1000" fill="hold"/>
                                        <p:tgtEl>
                                          <p:spTgt spid="25"/>
                                        </p:tgtEl>
                                        <p:attrNameLst>
                                          <p:attrName>ppt_x</p:attrName>
                                        </p:attrNameLst>
                                      </p:cBhvr>
                                      <p:tavLst>
                                        <p:tav tm="0">
                                          <p:val>
                                            <p:strVal val="#ppt_x"/>
                                          </p:val>
                                        </p:tav>
                                        <p:tav tm="100000">
                                          <p:val>
                                            <p:strVal val="#ppt_x"/>
                                          </p:val>
                                        </p:tav>
                                      </p:tavLst>
                                    </p:anim>
                                    <p:anim calcmode="lin" valueType="num">
                                      <p:cBhvr>
                                        <p:cTn id="203" dur="1000" fill="hold"/>
                                        <p:tgtEl>
                                          <p:spTgt spid="25"/>
                                        </p:tgtEl>
                                        <p:attrNameLst>
                                          <p:attrName>ppt_y</p:attrName>
                                        </p:attrNameLst>
                                      </p:cBhvr>
                                      <p:tavLst>
                                        <p:tav tm="0">
                                          <p:val>
                                            <p:strVal val="#ppt_y+.1"/>
                                          </p:val>
                                        </p:tav>
                                        <p:tav tm="100000">
                                          <p:val>
                                            <p:strVal val="#ppt_y"/>
                                          </p:val>
                                        </p:tav>
                                      </p:tavLst>
                                    </p:anim>
                                  </p:childTnLst>
                                </p:cTn>
                              </p:par>
                              <p:par>
                                <p:cTn id="204" presetID="42" presetClass="entr" presetSubtype="0" fill="hold" nodeType="withEffect">
                                  <p:stCondLst>
                                    <p:cond delay="0"/>
                                  </p:stCondLst>
                                  <p:childTnLst>
                                    <p:set>
                                      <p:cBhvr>
                                        <p:cTn id="205" dur="1" fill="hold">
                                          <p:stCondLst>
                                            <p:cond delay="0"/>
                                          </p:stCondLst>
                                        </p:cTn>
                                        <p:tgtEl>
                                          <p:spTgt spid="27"/>
                                        </p:tgtEl>
                                        <p:attrNameLst>
                                          <p:attrName>style.visibility</p:attrName>
                                        </p:attrNameLst>
                                      </p:cBhvr>
                                      <p:to>
                                        <p:strVal val="visible"/>
                                      </p:to>
                                    </p:set>
                                    <p:animEffect transition="in" filter="fade">
                                      <p:cBhvr>
                                        <p:cTn id="206" dur="1000"/>
                                        <p:tgtEl>
                                          <p:spTgt spid="27"/>
                                        </p:tgtEl>
                                      </p:cBhvr>
                                    </p:animEffect>
                                    <p:anim calcmode="lin" valueType="num">
                                      <p:cBhvr>
                                        <p:cTn id="207" dur="1000" fill="hold"/>
                                        <p:tgtEl>
                                          <p:spTgt spid="27"/>
                                        </p:tgtEl>
                                        <p:attrNameLst>
                                          <p:attrName>ppt_x</p:attrName>
                                        </p:attrNameLst>
                                      </p:cBhvr>
                                      <p:tavLst>
                                        <p:tav tm="0">
                                          <p:val>
                                            <p:strVal val="#ppt_x"/>
                                          </p:val>
                                        </p:tav>
                                        <p:tav tm="100000">
                                          <p:val>
                                            <p:strVal val="#ppt_x"/>
                                          </p:val>
                                        </p:tav>
                                      </p:tavLst>
                                    </p:anim>
                                    <p:anim calcmode="lin" valueType="num">
                                      <p:cBhvr>
                                        <p:cTn id="208" dur="1000" fill="hold"/>
                                        <p:tgtEl>
                                          <p:spTgt spid="27"/>
                                        </p:tgtEl>
                                        <p:attrNameLst>
                                          <p:attrName>ppt_y</p:attrName>
                                        </p:attrNameLst>
                                      </p:cBhvr>
                                      <p:tavLst>
                                        <p:tav tm="0">
                                          <p:val>
                                            <p:strVal val="#ppt_y+.1"/>
                                          </p:val>
                                        </p:tav>
                                        <p:tav tm="100000">
                                          <p:val>
                                            <p:strVal val="#ppt_y"/>
                                          </p:val>
                                        </p:tav>
                                      </p:tavLst>
                                    </p:anim>
                                  </p:childTnLst>
                                </p:cTn>
                              </p:par>
                              <p:par>
                                <p:cTn id="209" presetID="42" presetClass="entr" presetSubtype="0" fill="hold" grpId="0" nodeType="withEffect">
                                  <p:stCondLst>
                                    <p:cond delay="0"/>
                                  </p:stCondLst>
                                  <p:childTnLst>
                                    <p:set>
                                      <p:cBhvr>
                                        <p:cTn id="210" dur="1" fill="hold">
                                          <p:stCondLst>
                                            <p:cond delay="0"/>
                                          </p:stCondLst>
                                        </p:cTn>
                                        <p:tgtEl>
                                          <p:spTgt spid="65"/>
                                        </p:tgtEl>
                                        <p:attrNameLst>
                                          <p:attrName>style.visibility</p:attrName>
                                        </p:attrNameLst>
                                      </p:cBhvr>
                                      <p:to>
                                        <p:strVal val="visible"/>
                                      </p:to>
                                    </p:set>
                                    <p:animEffect transition="in" filter="fade">
                                      <p:cBhvr>
                                        <p:cTn id="211" dur="1000"/>
                                        <p:tgtEl>
                                          <p:spTgt spid="65"/>
                                        </p:tgtEl>
                                      </p:cBhvr>
                                    </p:animEffect>
                                    <p:anim calcmode="lin" valueType="num">
                                      <p:cBhvr>
                                        <p:cTn id="212" dur="1000" fill="hold"/>
                                        <p:tgtEl>
                                          <p:spTgt spid="65"/>
                                        </p:tgtEl>
                                        <p:attrNameLst>
                                          <p:attrName>ppt_x</p:attrName>
                                        </p:attrNameLst>
                                      </p:cBhvr>
                                      <p:tavLst>
                                        <p:tav tm="0">
                                          <p:val>
                                            <p:strVal val="#ppt_x"/>
                                          </p:val>
                                        </p:tav>
                                        <p:tav tm="100000">
                                          <p:val>
                                            <p:strVal val="#ppt_x"/>
                                          </p:val>
                                        </p:tav>
                                      </p:tavLst>
                                    </p:anim>
                                    <p:anim calcmode="lin" valueType="num">
                                      <p:cBhvr>
                                        <p:cTn id="213" dur="1000" fill="hold"/>
                                        <p:tgtEl>
                                          <p:spTgt spid="65"/>
                                        </p:tgtEl>
                                        <p:attrNameLst>
                                          <p:attrName>ppt_y</p:attrName>
                                        </p:attrNameLst>
                                      </p:cBhvr>
                                      <p:tavLst>
                                        <p:tav tm="0">
                                          <p:val>
                                            <p:strVal val="#ppt_y+.1"/>
                                          </p:val>
                                        </p:tav>
                                        <p:tav tm="100000">
                                          <p:val>
                                            <p:strVal val="#ppt_y"/>
                                          </p:val>
                                        </p:tav>
                                      </p:tavLst>
                                    </p:anim>
                                  </p:childTnLst>
                                </p:cTn>
                              </p:par>
                              <p:par>
                                <p:cTn id="214" presetID="42" presetClass="entr" presetSubtype="0" fill="hold" nodeType="withEffect">
                                  <p:stCondLst>
                                    <p:cond delay="0"/>
                                  </p:stCondLst>
                                  <p:childTnLst>
                                    <p:set>
                                      <p:cBhvr>
                                        <p:cTn id="215" dur="1" fill="hold">
                                          <p:stCondLst>
                                            <p:cond delay="0"/>
                                          </p:stCondLst>
                                        </p:cTn>
                                        <p:tgtEl>
                                          <p:spTgt spid="28"/>
                                        </p:tgtEl>
                                        <p:attrNameLst>
                                          <p:attrName>style.visibility</p:attrName>
                                        </p:attrNameLst>
                                      </p:cBhvr>
                                      <p:to>
                                        <p:strVal val="visible"/>
                                      </p:to>
                                    </p:set>
                                    <p:animEffect transition="in" filter="fade">
                                      <p:cBhvr>
                                        <p:cTn id="216" dur="1000"/>
                                        <p:tgtEl>
                                          <p:spTgt spid="28"/>
                                        </p:tgtEl>
                                      </p:cBhvr>
                                    </p:animEffect>
                                    <p:anim calcmode="lin" valueType="num">
                                      <p:cBhvr>
                                        <p:cTn id="217" dur="1000" fill="hold"/>
                                        <p:tgtEl>
                                          <p:spTgt spid="28"/>
                                        </p:tgtEl>
                                        <p:attrNameLst>
                                          <p:attrName>ppt_x</p:attrName>
                                        </p:attrNameLst>
                                      </p:cBhvr>
                                      <p:tavLst>
                                        <p:tav tm="0">
                                          <p:val>
                                            <p:strVal val="#ppt_x"/>
                                          </p:val>
                                        </p:tav>
                                        <p:tav tm="100000">
                                          <p:val>
                                            <p:strVal val="#ppt_x"/>
                                          </p:val>
                                        </p:tav>
                                      </p:tavLst>
                                    </p:anim>
                                    <p:anim calcmode="lin" valueType="num">
                                      <p:cBhvr>
                                        <p:cTn id="218" dur="1000" fill="hold"/>
                                        <p:tgtEl>
                                          <p:spTgt spid="28"/>
                                        </p:tgtEl>
                                        <p:attrNameLst>
                                          <p:attrName>ppt_y</p:attrName>
                                        </p:attrNameLst>
                                      </p:cBhvr>
                                      <p:tavLst>
                                        <p:tav tm="0">
                                          <p:val>
                                            <p:strVal val="#ppt_y+.1"/>
                                          </p:val>
                                        </p:tav>
                                        <p:tav tm="100000">
                                          <p:val>
                                            <p:strVal val="#ppt_y"/>
                                          </p:val>
                                        </p:tav>
                                      </p:tavLst>
                                    </p:anim>
                                  </p:childTnLst>
                                </p:cTn>
                              </p:par>
                              <p:par>
                                <p:cTn id="219" presetID="42" presetClass="entr" presetSubtype="0" fill="hold" nodeType="withEffect">
                                  <p:stCondLst>
                                    <p:cond delay="0"/>
                                  </p:stCondLst>
                                  <p:childTnLst>
                                    <p:set>
                                      <p:cBhvr>
                                        <p:cTn id="220" dur="1" fill="hold">
                                          <p:stCondLst>
                                            <p:cond delay="0"/>
                                          </p:stCondLst>
                                        </p:cTn>
                                        <p:tgtEl>
                                          <p:spTgt spid="30"/>
                                        </p:tgtEl>
                                        <p:attrNameLst>
                                          <p:attrName>style.visibility</p:attrName>
                                        </p:attrNameLst>
                                      </p:cBhvr>
                                      <p:to>
                                        <p:strVal val="visible"/>
                                      </p:to>
                                    </p:set>
                                    <p:animEffect transition="in" filter="fade">
                                      <p:cBhvr>
                                        <p:cTn id="221" dur="1000"/>
                                        <p:tgtEl>
                                          <p:spTgt spid="30"/>
                                        </p:tgtEl>
                                      </p:cBhvr>
                                    </p:animEffect>
                                    <p:anim calcmode="lin" valueType="num">
                                      <p:cBhvr>
                                        <p:cTn id="222" dur="1000" fill="hold"/>
                                        <p:tgtEl>
                                          <p:spTgt spid="30"/>
                                        </p:tgtEl>
                                        <p:attrNameLst>
                                          <p:attrName>ppt_x</p:attrName>
                                        </p:attrNameLst>
                                      </p:cBhvr>
                                      <p:tavLst>
                                        <p:tav tm="0">
                                          <p:val>
                                            <p:strVal val="#ppt_x"/>
                                          </p:val>
                                        </p:tav>
                                        <p:tav tm="100000">
                                          <p:val>
                                            <p:strVal val="#ppt_x"/>
                                          </p:val>
                                        </p:tav>
                                      </p:tavLst>
                                    </p:anim>
                                    <p:anim calcmode="lin" valueType="num">
                                      <p:cBhvr>
                                        <p:cTn id="223" dur="1000" fill="hold"/>
                                        <p:tgtEl>
                                          <p:spTgt spid="30"/>
                                        </p:tgtEl>
                                        <p:attrNameLst>
                                          <p:attrName>ppt_y</p:attrName>
                                        </p:attrNameLst>
                                      </p:cBhvr>
                                      <p:tavLst>
                                        <p:tav tm="0">
                                          <p:val>
                                            <p:strVal val="#ppt_y+.1"/>
                                          </p:val>
                                        </p:tav>
                                        <p:tav tm="100000">
                                          <p:val>
                                            <p:strVal val="#ppt_y"/>
                                          </p:val>
                                        </p:tav>
                                      </p:tavLst>
                                    </p:anim>
                                  </p:childTnLst>
                                </p:cTn>
                              </p:par>
                              <p:par>
                                <p:cTn id="224" presetID="42" presetClass="entr" presetSubtype="0" fill="hold" grpId="0" nodeType="withEffect">
                                  <p:stCondLst>
                                    <p:cond delay="0"/>
                                  </p:stCondLst>
                                  <p:childTnLst>
                                    <p:set>
                                      <p:cBhvr>
                                        <p:cTn id="225" dur="1" fill="hold">
                                          <p:stCondLst>
                                            <p:cond delay="0"/>
                                          </p:stCondLst>
                                        </p:cTn>
                                        <p:tgtEl>
                                          <p:spTgt spid="66"/>
                                        </p:tgtEl>
                                        <p:attrNameLst>
                                          <p:attrName>style.visibility</p:attrName>
                                        </p:attrNameLst>
                                      </p:cBhvr>
                                      <p:to>
                                        <p:strVal val="visible"/>
                                      </p:to>
                                    </p:set>
                                    <p:animEffect transition="in" filter="fade">
                                      <p:cBhvr>
                                        <p:cTn id="226" dur="1000"/>
                                        <p:tgtEl>
                                          <p:spTgt spid="66"/>
                                        </p:tgtEl>
                                      </p:cBhvr>
                                    </p:animEffect>
                                    <p:anim calcmode="lin" valueType="num">
                                      <p:cBhvr>
                                        <p:cTn id="227" dur="1000" fill="hold"/>
                                        <p:tgtEl>
                                          <p:spTgt spid="66"/>
                                        </p:tgtEl>
                                        <p:attrNameLst>
                                          <p:attrName>ppt_x</p:attrName>
                                        </p:attrNameLst>
                                      </p:cBhvr>
                                      <p:tavLst>
                                        <p:tav tm="0">
                                          <p:val>
                                            <p:strVal val="#ppt_x"/>
                                          </p:val>
                                        </p:tav>
                                        <p:tav tm="100000">
                                          <p:val>
                                            <p:strVal val="#ppt_x"/>
                                          </p:val>
                                        </p:tav>
                                      </p:tavLst>
                                    </p:anim>
                                    <p:anim calcmode="lin" valueType="num">
                                      <p:cBhvr>
                                        <p:cTn id="228" dur="1000" fill="hold"/>
                                        <p:tgtEl>
                                          <p:spTgt spid="66"/>
                                        </p:tgtEl>
                                        <p:attrNameLst>
                                          <p:attrName>ppt_y</p:attrName>
                                        </p:attrNameLst>
                                      </p:cBhvr>
                                      <p:tavLst>
                                        <p:tav tm="0">
                                          <p:val>
                                            <p:strVal val="#ppt_y+.1"/>
                                          </p:val>
                                        </p:tav>
                                        <p:tav tm="100000">
                                          <p:val>
                                            <p:strVal val="#ppt_y"/>
                                          </p:val>
                                        </p:tav>
                                      </p:tavLst>
                                    </p:anim>
                                  </p:childTnLst>
                                </p:cTn>
                              </p:par>
                              <p:par>
                                <p:cTn id="229" presetID="42" presetClass="entr" presetSubtype="0" fill="hold" nodeType="withEffect">
                                  <p:stCondLst>
                                    <p:cond delay="0"/>
                                  </p:stCondLst>
                                  <p:childTnLst>
                                    <p:set>
                                      <p:cBhvr>
                                        <p:cTn id="230" dur="1" fill="hold">
                                          <p:stCondLst>
                                            <p:cond delay="0"/>
                                          </p:stCondLst>
                                        </p:cTn>
                                        <p:tgtEl>
                                          <p:spTgt spid="31"/>
                                        </p:tgtEl>
                                        <p:attrNameLst>
                                          <p:attrName>style.visibility</p:attrName>
                                        </p:attrNameLst>
                                      </p:cBhvr>
                                      <p:to>
                                        <p:strVal val="visible"/>
                                      </p:to>
                                    </p:set>
                                    <p:animEffect transition="in" filter="fade">
                                      <p:cBhvr>
                                        <p:cTn id="231" dur="1000"/>
                                        <p:tgtEl>
                                          <p:spTgt spid="31"/>
                                        </p:tgtEl>
                                      </p:cBhvr>
                                    </p:animEffect>
                                    <p:anim calcmode="lin" valueType="num">
                                      <p:cBhvr>
                                        <p:cTn id="232" dur="1000" fill="hold"/>
                                        <p:tgtEl>
                                          <p:spTgt spid="31"/>
                                        </p:tgtEl>
                                        <p:attrNameLst>
                                          <p:attrName>ppt_x</p:attrName>
                                        </p:attrNameLst>
                                      </p:cBhvr>
                                      <p:tavLst>
                                        <p:tav tm="0">
                                          <p:val>
                                            <p:strVal val="#ppt_x"/>
                                          </p:val>
                                        </p:tav>
                                        <p:tav tm="100000">
                                          <p:val>
                                            <p:strVal val="#ppt_x"/>
                                          </p:val>
                                        </p:tav>
                                      </p:tavLst>
                                    </p:anim>
                                    <p:anim calcmode="lin" valueType="num">
                                      <p:cBhvr>
                                        <p:cTn id="233" dur="1000" fill="hold"/>
                                        <p:tgtEl>
                                          <p:spTgt spid="31"/>
                                        </p:tgtEl>
                                        <p:attrNameLst>
                                          <p:attrName>ppt_y</p:attrName>
                                        </p:attrNameLst>
                                      </p:cBhvr>
                                      <p:tavLst>
                                        <p:tav tm="0">
                                          <p:val>
                                            <p:strVal val="#ppt_y+.1"/>
                                          </p:val>
                                        </p:tav>
                                        <p:tav tm="100000">
                                          <p:val>
                                            <p:strVal val="#ppt_y"/>
                                          </p:val>
                                        </p:tav>
                                      </p:tavLst>
                                    </p:anim>
                                  </p:childTnLst>
                                </p:cTn>
                              </p:par>
                              <p:par>
                                <p:cTn id="234" presetID="42" presetClass="entr" presetSubtype="0" fill="hold" nodeType="withEffect">
                                  <p:stCondLst>
                                    <p:cond delay="0"/>
                                  </p:stCondLst>
                                  <p:childTnLst>
                                    <p:set>
                                      <p:cBhvr>
                                        <p:cTn id="235" dur="1" fill="hold">
                                          <p:stCondLst>
                                            <p:cond delay="0"/>
                                          </p:stCondLst>
                                        </p:cTn>
                                        <p:tgtEl>
                                          <p:spTgt spid="33"/>
                                        </p:tgtEl>
                                        <p:attrNameLst>
                                          <p:attrName>style.visibility</p:attrName>
                                        </p:attrNameLst>
                                      </p:cBhvr>
                                      <p:to>
                                        <p:strVal val="visible"/>
                                      </p:to>
                                    </p:set>
                                    <p:animEffect transition="in" filter="fade">
                                      <p:cBhvr>
                                        <p:cTn id="236" dur="1000"/>
                                        <p:tgtEl>
                                          <p:spTgt spid="33"/>
                                        </p:tgtEl>
                                      </p:cBhvr>
                                    </p:animEffect>
                                    <p:anim calcmode="lin" valueType="num">
                                      <p:cBhvr>
                                        <p:cTn id="237" dur="1000" fill="hold"/>
                                        <p:tgtEl>
                                          <p:spTgt spid="33"/>
                                        </p:tgtEl>
                                        <p:attrNameLst>
                                          <p:attrName>ppt_x</p:attrName>
                                        </p:attrNameLst>
                                      </p:cBhvr>
                                      <p:tavLst>
                                        <p:tav tm="0">
                                          <p:val>
                                            <p:strVal val="#ppt_x"/>
                                          </p:val>
                                        </p:tav>
                                        <p:tav tm="100000">
                                          <p:val>
                                            <p:strVal val="#ppt_x"/>
                                          </p:val>
                                        </p:tav>
                                      </p:tavLst>
                                    </p:anim>
                                    <p:anim calcmode="lin" valueType="num">
                                      <p:cBhvr>
                                        <p:cTn id="238" dur="1000" fill="hold"/>
                                        <p:tgtEl>
                                          <p:spTgt spid="33"/>
                                        </p:tgtEl>
                                        <p:attrNameLst>
                                          <p:attrName>ppt_y</p:attrName>
                                        </p:attrNameLst>
                                      </p:cBhvr>
                                      <p:tavLst>
                                        <p:tav tm="0">
                                          <p:val>
                                            <p:strVal val="#ppt_y+.1"/>
                                          </p:val>
                                        </p:tav>
                                        <p:tav tm="100000">
                                          <p:val>
                                            <p:strVal val="#ppt_y"/>
                                          </p:val>
                                        </p:tav>
                                      </p:tavLst>
                                    </p:anim>
                                  </p:childTnLst>
                                </p:cTn>
                              </p:par>
                              <p:par>
                                <p:cTn id="239" presetID="42" presetClass="entr" presetSubtype="0" fill="hold" grpId="0" nodeType="withEffect">
                                  <p:stCondLst>
                                    <p:cond delay="0"/>
                                  </p:stCondLst>
                                  <p:childTnLst>
                                    <p:set>
                                      <p:cBhvr>
                                        <p:cTn id="240" dur="1" fill="hold">
                                          <p:stCondLst>
                                            <p:cond delay="0"/>
                                          </p:stCondLst>
                                        </p:cTn>
                                        <p:tgtEl>
                                          <p:spTgt spid="67"/>
                                        </p:tgtEl>
                                        <p:attrNameLst>
                                          <p:attrName>style.visibility</p:attrName>
                                        </p:attrNameLst>
                                      </p:cBhvr>
                                      <p:to>
                                        <p:strVal val="visible"/>
                                      </p:to>
                                    </p:set>
                                    <p:animEffect transition="in" filter="fade">
                                      <p:cBhvr>
                                        <p:cTn id="241" dur="1000"/>
                                        <p:tgtEl>
                                          <p:spTgt spid="67"/>
                                        </p:tgtEl>
                                      </p:cBhvr>
                                    </p:animEffect>
                                    <p:anim calcmode="lin" valueType="num">
                                      <p:cBhvr>
                                        <p:cTn id="242" dur="1000" fill="hold"/>
                                        <p:tgtEl>
                                          <p:spTgt spid="67"/>
                                        </p:tgtEl>
                                        <p:attrNameLst>
                                          <p:attrName>ppt_x</p:attrName>
                                        </p:attrNameLst>
                                      </p:cBhvr>
                                      <p:tavLst>
                                        <p:tav tm="0">
                                          <p:val>
                                            <p:strVal val="#ppt_x"/>
                                          </p:val>
                                        </p:tav>
                                        <p:tav tm="100000">
                                          <p:val>
                                            <p:strVal val="#ppt_x"/>
                                          </p:val>
                                        </p:tav>
                                      </p:tavLst>
                                    </p:anim>
                                    <p:anim calcmode="lin" valueType="num">
                                      <p:cBhvr>
                                        <p:cTn id="243" dur="1000" fill="hold"/>
                                        <p:tgtEl>
                                          <p:spTgt spid="67"/>
                                        </p:tgtEl>
                                        <p:attrNameLst>
                                          <p:attrName>ppt_y</p:attrName>
                                        </p:attrNameLst>
                                      </p:cBhvr>
                                      <p:tavLst>
                                        <p:tav tm="0">
                                          <p:val>
                                            <p:strVal val="#ppt_y+.1"/>
                                          </p:val>
                                        </p:tav>
                                        <p:tav tm="100000">
                                          <p:val>
                                            <p:strVal val="#ppt_y"/>
                                          </p:val>
                                        </p:tav>
                                      </p:tavLst>
                                    </p:anim>
                                  </p:childTnLst>
                                </p:cTn>
                              </p:par>
                              <p:par>
                                <p:cTn id="244" presetID="42" presetClass="entr" presetSubtype="0" fill="hold" nodeType="withEffect">
                                  <p:stCondLst>
                                    <p:cond delay="0"/>
                                  </p:stCondLst>
                                  <p:childTnLst>
                                    <p:set>
                                      <p:cBhvr>
                                        <p:cTn id="245" dur="1" fill="hold">
                                          <p:stCondLst>
                                            <p:cond delay="0"/>
                                          </p:stCondLst>
                                        </p:cTn>
                                        <p:tgtEl>
                                          <p:spTgt spid="34"/>
                                        </p:tgtEl>
                                        <p:attrNameLst>
                                          <p:attrName>style.visibility</p:attrName>
                                        </p:attrNameLst>
                                      </p:cBhvr>
                                      <p:to>
                                        <p:strVal val="visible"/>
                                      </p:to>
                                    </p:set>
                                    <p:animEffect transition="in" filter="fade">
                                      <p:cBhvr>
                                        <p:cTn id="246" dur="1000"/>
                                        <p:tgtEl>
                                          <p:spTgt spid="34"/>
                                        </p:tgtEl>
                                      </p:cBhvr>
                                    </p:animEffect>
                                    <p:anim calcmode="lin" valueType="num">
                                      <p:cBhvr>
                                        <p:cTn id="247" dur="1000" fill="hold"/>
                                        <p:tgtEl>
                                          <p:spTgt spid="34"/>
                                        </p:tgtEl>
                                        <p:attrNameLst>
                                          <p:attrName>ppt_x</p:attrName>
                                        </p:attrNameLst>
                                      </p:cBhvr>
                                      <p:tavLst>
                                        <p:tav tm="0">
                                          <p:val>
                                            <p:strVal val="#ppt_x"/>
                                          </p:val>
                                        </p:tav>
                                        <p:tav tm="100000">
                                          <p:val>
                                            <p:strVal val="#ppt_x"/>
                                          </p:val>
                                        </p:tav>
                                      </p:tavLst>
                                    </p:anim>
                                    <p:anim calcmode="lin" valueType="num">
                                      <p:cBhvr>
                                        <p:cTn id="248" dur="1000" fill="hold"/>
                                        <p:tgtEl>
                                          <p:spTgt spid="34"/>
                                        </p:tgtEl>
                                        <p:attrNameLst>
                                          <p:attrName>ppt_y</p:attrName>
                                        </p:attrNameLst>
                                      </p:cBhvr>
                                      <p:tavLst>
                                        <p:tav tm="0">
                                          <p:val>
                                            <p:strVal val="#ppt_y+.1"/>
                                          </p:val>
                                        </p:tav>
                                        <p:tav tm="100000">
                                          <p:val>
                                            <p:strVal val="#ppt_y"/>
                                          </p:val>
                                        </p:tav>
                                      </p:tavLst>
                                    </p:anim>
                                  </p:childTnLst>
                                </p:cTn>
                              </p:par>
                              <p:par>
                                <p:cTn id="249" presetID="42" presetClass="entr" presetSubtype="0" fill="hold" nodeType="withEffect">
                                  <p:stCondLst>
                                    <p:cond delay="0"/>
                                  </p:stCondLst>
                                  <p:childTnLst>
                                    <p:set>
                                      <p:cBhvr>
                                        <p:cTn id="250" dur="1" fill="hold">
                                          <p:stCondLst>
                                            <p:cond delay="0"/>
                                          </p:stCondLst>
                                        </p:cTn>
                                        <p:tgtEl>
                                          <p:spTgt spid="42"/>
                                        </p:tgtEl>
                                        <p:attrNameLst>
                                          <p:attrName>style.visibility</p:attrName>
                                        </p:attrNameLst>
                                      </p:cBhvr>
                                      <p:to>
                                        <p:strVal val="visible"/>
                                      </p:to>
                                    </p:set>
                                    <p:animEffect transition="in" filter="fade">
                                      <p:cBhvr>
                                        <p:cTn id="251" dur="1000"/>
                                        <p:tgtEl>
                                          <p:spTgt spid="42"/>
                                        </p:tgtEl>
                                      </p:cBhvr>
                                    </p:animEffect>
                                    <p:anim calcmode="lin" valueType="num">
                                      <p:cBhvr>
                                        <p:cTn id="252" dur="1000" fill="hold"/>
                                        <p:tgtEl>
                                          <p:spTgt spid="42"/>
                                        </p:tgtEl>
                                        <p:attrNameLst>
                                          <p:attrName>ppt_x</p:attrName>
                                        </p:attrNameLst>
                                      </p:cBhvr>
                                      <p:tavLst>
                                        <p:tav tm="0">
                                          <p:val>
                                            <p:strVal val="#ppt_x"/>
                                          </p:val>
                                        </p:tav>
                                        <p:tav tm="100000">
                                          <p:val>
                                            <p:strVal val="#ppt_x"/>
                                          </p:val>
                                        </p:tav>
                                      </p:tavLst>
                                    </p:anim>
                                    <p:anim calcmode="lin" valueType="num">
                                      <p:cBhvr>
                                        <p:cTn id="253" dur="1000" fill="hold"/>
                                        <p:tgtEl>
                                          <p:spTgt spid="42"/>
                                        </p:tgtEl>
                                        <p:attrNameLst>
                                          <p:attrName>ppt_y</p:attrName>
                                        </p:attrNameLst>
                                      </p:cBhvr>
                                      <p:tavLst>
                                        <p:tav tm="0">
                                          <p:val>
                                            <p:strVal val="#ppt_y+.1"/>
                                          </p:val>
                                        </p:tav>
                                        <p:tav tm="100000">
                                          <p:val>
                                            <p:strVal val="#ppt_y"/>
                                          </p:val>
                                        </p:tav>
                                      </p:tavLst>
                                    </p:anim>
                                  </p:childTnLst>
                                </p:cTn>
                              </p:par>
                              <p:par>
                                <p:cTn id="254" presetID="42" presetClass="entr" presetSubtype="0" fill="hold" grpId="0" nodeType="withEffect">
                                  <p:stCondLst>
                                    <p:cond delay="0"/>
                                  </p:stCondLst>
                                  <p:childTnLst>
                                    <p:set>
                                      <p:cBhvr>
                                        <p:cTn id="255" dur="1" fill="hold">
                                          <p:stCondLst>
                                            <p:cond delay="0"/>
                                          </p:stCondLst>
                                        </p:cTn>
                                        <p:tgtEl>
                                          <p:spTgt spid="70"/>
                                        </p:tgtEl>
                                        <p:attrNameLst>
                                          <p:attrName>style.visibility</p:attrName>
                                        </p:attrNameLst>
                                      </p:cBhvr>
                                      <p:to>
                                        <p:strVal val="visible"/>
                                      </p:to>
                                    </p:set>
                                    <p:animEffect transition="in" filter="fade">
                                      <p:cBhvr>
                                        <p:cTn id="256" dur="1000"/>
                                        <p:tgtEl>
                                          <p:spTgt spid="70"/>
                                        </p:tgtEl>
                                      </p:cBhvr>
                                    </p:animEffect>
                                    <p:anim calcmode="lin" valueType="num">
                                      <p:cBhvr>
                                        <p:cTn id="257" dur="1000" fill="hold"/>
                                        <p:tgtEl>
                                          <p:spTgt spid="70"/>
                                        </p:tgtEl>
                                        <p:attrNameLst>
                                          <p:attrName>ppt_x</p:attrName>
                                        </p:attrNameLst>
                                      </p:cBhvr>
                                      <p:tavLst>
                                        <p:tav tm="0">
                                          <p:val>
                                            <p:strVal val="#ppt_x"/>
                                          </p:val>
                                        </p:tav>
                                        <p:tav tm="100000">
                                          <p:val>
                                            <p:strVal val="#ppt_x"/>
                                          </p:val>
                                        </p:tav>
                                      </p:tavLst>
                                    </p:anim>
                                    <p:anim calcmode="lin" valueType="num">
                                      <p:cBhvr>
                                        <p:cTn id="258" dur="1000" fill="hold"/>
                                        <p:tgtEl>
                                          <p:spTgt spid="70"/>
                                        </p:tgtEl>
                                        <p:attrNameLst>
                                          <p:attrName>ppt_y</p:attrName>
                                        </p:attrNameLst>
                                      </p:cBhvr>
                                      <p:tavLst>
                                        <p:tav tm="0">
                                          <p:val>
                                            <p:strVal val="#ppt_y+.1"/>
                                          </p:val>
                                        </p:tav>
                                        <p:tav tm="100000">
                                          <p:val>
                                            <p:strVal val="#ppt_y"/>
                                          </p:val>
                                        </p:tav>
                                      </p:tavLst>
                                    </p:anim>
                                  </p:childTnLst>
                                </p:cTn>
                              </p:par>
                              <p:par>
                                <p:cTn id="259" presetID="42" presetClass="entr" presetSubtype="0" fill="hold" nodeType="withEffect">
                                  <p:stCondLst>
                                    <p:cond delay="0"/>
                                  </p:stCondLst>
                                  <p:childTnLst>
                                    <p:set>
                                      <p:cBhvr>
                                        <p:cTn id="260" dur="1" fill="hold">
                                          <p:stCondLst>
                                            <p:cond delay="0"/>
                                          </p:stCondLst>
                                        </p:cTn>
                                        <p:tgtEl>
                                          <p:spTgt spid="43"/>
                                        </p:tgtEl>
                                        <p:attrNameLst>
                                          <p:attrName>style.visibility</p:attrName>
                                        </p:attrNameLst>
                                      </p:cBhvr>
                                      <p:to>
                                        <p:strVal val="visible"/>
                                      </p:to>
                                    </p:set>
                                    <p:animEffect transition="in" filter="fade">
                                      <p:cBhvr>
                                        <p:cTn id="261" dur="1000"/>
                                        <p:tgtEl>
                                          <p:spTgt spid="43"/>
                                        </p:tgtEl>
                                      </p:cBhvr>
                                    </p:animEffect>
                                    <p:anim calcmode="lin" valueType="num">
                                      <p:cBhvr>
                                        <p:cTn id="262" dur="1000" fill="hold"/>
                                        <p:tgtEl>
                                          <p:spTgt spid="43"/>
                                        </p:tgtEl>
                                        <p:attrNameLst>
                                          <p:attrName>ppt_x</p:attrName>
                                        </p:attrNameLst>
                                      </p:cBhvr>
                                      <p:tavLst>
                                        <p:tav tm="0">
                                          <p:val>
                                            <p:strVal val="#ppt_x"/>
                                          </p:val>
                                        </p:tav>
                                        <p:tav tm="100000">
                                          <p:val>
                                            <p:strVal val="#ppt_x"/>
                                          </p:val>
                                        </p:tav>
                                      </p:tavLst>
                                    </p:anim>
                                    <p:anim calcmode="lin" valueType="num">
                                      <p:cBhvr>
                                        <p:cTn id="263" dur="1000" fill="hold"/>
                                        <p:tgtEl>
                                          <p:spTgt spid="43"/>
                                        </p:tgtEl>
                                        <p:attrNameLst>
                                          <p:attrName>ppt_y</p:attrName>
                                        </p:attrNameLst>
                                      </p:cBhvr>
                                      <p:tavLst>
                                        <p:tav tm="0">
                                          <p:val>
                                            <p:strVal val="#ppt_y+.1"/>
                                          </p:val>
                                        </p:tav>
                                        <p:tav tm="100000">
                                          <p:val>
                                            <p:strVal val="#ppt_y"/>
                                          </p:val>
                                        </p:tav>
                                      </p:tavLst>
                                    </p:anim>
                                  </p:childTnLst>
                                </p:cTn>
                              </p:par>
                              <p:par>
                                <p:cTn id="264" presetID="42" presetClass="entr" presetSubtype="0" fill="hold" nodeType="withEffect">
                                  <p:stCondLst>
                                    <p:cond delay="0"/>
                                  </p:stCondLst>
                                  <p:childTnLst>
                                    <p:set>
                                      <p:cBhvr>
                                        <p:cTn id="265" dur="1" fill="hold">
                                          <p:stCondLst>
                                            <p:cond delay="0"/>
                                          </p:stCondLst>
                                        </p:cTn>
                                        <p:tgtEl>
                                          <p:spTgt spid="39"/>
                                        </p:tgtEl>
                                        <p:attrNameLst>
                                          <p:attrName>style.visibility</p:attrName>
                                        </p:attrNameLst>
                                      </p:cBhvr>
                                      <p:to>
                                        <p:strVal val="visible"/>
                                      </p:to>
                                    </p:set>
                                    <p:animEffect transition="in" filter="fade">
                                      <p:cBhvr>
                                        <p:cTn id="266" dur="1000"/>
                                        <p:tgtEl>
                                          <p:spTgt spid="39"/>
                                        </p:tgtEl>
                                      </p:cBhvr>
                                    </p:animEffect>
                                    <p:anim calcmode="lin" valueType="num">
                                      <p:cBhvr>
                                        <p:cTn id="267" dur="1000" fill="hold"/>
                                        <p:tgtEl>
                                          <p:spTgt spid="39"/>
                                        </p:tgtEl>
                                        <p:attrNameLst>
                                          <p:attrName>ppt_x</p:attrName>
                                        </p:attrNameLst>
                                      </p:cBhvr>
                                      <p:tavLst>
                                        <p:tav tm="0">
                                          <p:val>
                                            <p:strVal val="#ppt_x"/>
                                          </p:val>
                                        </p:tav>
                                        <p:tav tm="100000">
                                          <p:val>
                                            <p:strVal val="#ppt_x"/>
                                          </p:val>
                                        </p:tav>
                                      </p:tavLst>
                                    </p:anim>
                                    <p:anim calcmode="lin" valueType="num">
                                      <p:cBhvr>
                                        <p:cTn id="268" dur="1000" fill="hold"/>
                                        <p:tgtEl>
                                          <p:spTgt spid="39"/>
                                        </p:tgtEl>
                                        <p:attrNameLst>
                                          <p:attrName>ppt_y</p:attrName>
                                        </p:attrNameLst>
                                      </p:cBhvr>
                                      <p:tavLst>
                                        <p:tav tm="0">
                                          <p:val>
                                            <p:strVal val="#ppt_y+.1"/>
                                          </p:val>
                                        </p:tav>
                                        <p:tav tm="100000">
                                          <p:val>
                                            <p:strVal val="#ppt_y"/>
                                          </p:val>
                                        </p:tav>
                                      </p:tavLst>
                                    </p:anim>
                                  </p:childTnLst>
                                </p:cTn>
                              </p:par>
                              <p:par>
                                <p:cTn id="269" presetID="42" presetClass="entr" presetSubtype="0" fill="hold" grpId="0" nodeType="withEffect">
                                  <p:stCondLst>
                                    <p:cond delay="0"/>
                                  </p:stCondLst>
                                  <p:childTnLst>
                                    <p:set>
                                      <p:cBhvr>
                                        <p:cTn id="270" dur="1" fill="hold">
                                          <p:stCondLst>
                                            <p:cond delay="0"/>
                                          </p:stCondLst>
                                        </p:cTn>
                                        <p:tgtEl>
                                          <p:spTgt spid="69"/>
                                        </p:tgtEl>
                                        <p:attrNameLst>
                                          <p:attrName>style.visibility</p:attrName>
                                        </p:attrNameLst>
                                      </p:cBhvr>
                                      <p:to>
                                        <p:strVal val="visible"/>
                                      </p:to>
                                    </p:set>
                                    <p:animEffect transition="in" filter="fade">
                                      <p:cBhvr>
                                        <p:cTn id="271" dur="1000"/>
                                        <p:tgtEl>
                                          <p:spTgt spid="69"/>
                                        </p:tgtEl>
                                      </p:cBhvr>
                                    </p:animEffect>
                                    <p:anim calcmode="lin" valueType="num">
                                      <p:cBhvr>
                                        <p:cTn id="272" dur="1000" fill="hold"/>
                                        <p:tgtEl>
                                          <p:spTgt spid="69"/>
                                        </p:tgtEl>
                                        <p:attrNameLst>
                                          <p:attrName>ppt_x</p:attrName>
                                        </p:attrNameLst>
                                      </p:cBhvr>
                                      <p:tavLst>
                                        <p:tav tm="0">
                                          <p:val>
                                            <p:strVal val="#ppt_x"/>
                                          </p:val>
                                        </p:tav>
                                        <p:tav tm="100000">
                                          <p:val>
                                            <p:strVal val="#ppt_x"/>
                                          </p:val>
                                        </p:tav>
                                      </p:tavLst>
                                    </p:anim>
                                    <p:anim calcmode="lin" valueType="num">
                                      <p:cBhvr>
                                        <p:cTn id="273" dur="1000" fill="hold"/>
                                        <p:tgtEl>
                                          <p:spTgt spid="69"/>
                                        </p:tgtEl>
                                        <p:attrNameLst>
                                          <p:attrName>ppt_y</p:attrName>
                                        </p:attrNameLst>
                                      </p:cBhvr>
                                      <p:tavLst>
                                        <p:tav tm="0">
                                          <p:val>
                                            <p:strVal val="#ppt_y+.1"/>
                                          </p:val>
                                        </p:tav>
                                        <p:tav tm="100000">
                                          <p:val>
                                            <p:strVal val="#ppt_y"/>
                                          </p:val>
                                        </p:tav>
                                      </p:tavLst>
                                    </p:anim>
                                  </p:childTnLst>
                                </p:cTn>
                              </p:par>
                            </p:childTnLst>
                          </p:cTn>
                        </p:par>
                        <p:par>
                          <p:cTn id="274" fill="hold">
                            <p:stCondLst>
                              <p:cond delay="1000"/>
                            </p:stCondLst>
                            <p:childTnLst>
                              <p:par>
                                <p:cTn id="275" presetID="42" presetClass="entr" presetSubtype="0" fill="hold" nodeType="afterEffect">
                                  <p:stCondLst>
                                    <p:cond delay="0"/>
                                  </p:stCondLst>
                                  <p:childTnLst>
                                    <p:set>
                                      <p:cBhvr>
                                        <p:cTn id="276" dur="1" fill="hold">
                                          <p:stCondLst>
                                            <p:cond delay="0"/>
                                          </p:stCondLst>
                                        </p:cTn>
                                        <p:tgtEl>
                                          <p:spTgt spid="41"/>
                                        </p:tgtEl>
                                        <p:attrNameLst>
                                          <p:attrName>style.visibility</p:attrName>
                                        </p:attrNameLst>
                                      </p:cBhvr>
                                      <p:to>
                                        <p:strVal val="visible"/>
                                      </p:to>
                                    </p:set>
                                    <p:animEffect transition="in" filter="fade">
                                      <p:cBhvr>
                                        <p:cTn id="277" dur="1000"/>
                                        <p:tgtEl>
                                          <p:spTgt spid="41"/>
                                        </p:tgtEl>
                                      </p:cBhvr>
                                    </p:animEffect>
                                    <p:anim calcmode="lin" valueType="num">
                                      <p:cBhvr>
                                        <p:cTn id="278" dur="1000" fill="hold"/>
                                        <p:tgtEl>
                                          <p:spTgt spid="41"/>
                                        </p:tgtEl>
                                        <p:attrNameLst>
                                          <p:attrName>ppt_x</p:attrName>
                                        </p:attrNameLst>
                                      </p:cBhvr>
                                      <p:tavLst>
                                        <p:tav tm="0">
                                          <p:val>
                                            <p:strVal val="#ppt_x"/>
                                          </p:val>
                                        </p:tav>
                                        <p:tav tm="100000">
                                          <p:val>
                                            <p:strVal val="#ppt_x"/>
                                          </p:val>
                                        </p:tav>
                                      </p:tavLst>
                                    </p:anim>
                                    <p:anim calcmode="lin" valueType="num">
                                      <p:cBhvr>
                                        <p:cTn id="279" dur="1000" fill="hold"/>
                                        <p:tgtEl>
                                          <p:spTgt spid="41"/>
                                        </p:tgtEl>
                                        <p:attrNameLst>
                                          <p:attrName>ppt_y</p:attrName>
                                        </p:attrNameLst>
                                      </p:cBhvr>
                                      <p:tavLst>
                                        <p:tav tm="0">
                                          <p:val>
                                            <p:strVal val="#ppt_y+.1"/>
                                          </p:val>
                                        </p:tav>
                                        <p:tav tm="100000">
                                          <p:val>
                                            <p:strVal val="#ppt_y"/>
                                          </p:val>
                                        </p:tav>
                                      </p:tavLst>
                                    </p:anim>
                                  </p:childTnLst>
                                </p:cTn>
                              </p:par>
                              <p:par>
                                <p:cTn id="280" presetID="42" presetClass="entr" presetSubtype="0" fill="hold" nodeType="withEffect">
                                  <p:stCondLst>
                                    <p:cond delay="0"/>
                                  </p:stCondLst>
                                  <p:childTnLst>
                                    <p:set>
                                      <p:cBhvr>
                                        <p:cTn id="281" dur="1" fill="hold">
                                          <p:stCondLst>
                                            <p:cond delay="0"/>
                                          </p:stCondLst>
                                        </p:cTn>
                                        <p:tgtEl>
                                          <p:spTgt spid="36"/>
                                        </p:tgtEl>
                                        <p:attrNameLst>
                                          <p:attrName>style.visibility</p:attrName>
                                        </p:attrNameLst>
                                      </p:cBhvr>
                                      <p:to>
                                        <p:strVal val="visible"/>
                                      </p:to>
                                    </p:set>
                                    <p:animEffect transition="in" filter="fade">
                                      <p:cBhvr>
                                        <p:cTn id="282" dur="1000"/>
                                        <p:tgtEl>
                                          <p:spTgt spid="36"/>
                                        </p:tgtEl>
                                      </p:cBhvr>
                                    </p:animEffect>
                                    <p:anim calcmode="lin" valueType="num">
                                      <p:cBhvr>
                                        <p:cTn id="283" dur="1000" fill="hold"/>
                                        <p:tgtEl>
                                          <p:spTgt spid="36"/>
                                        </p:tgtEl>
                                        <p:attrNameLst>
                                          <p:attrName>ppt_x</p:attrName>
                                        </p:attrNameLst>
                                      </p:cBhvr>
                                      <p:tavLst>
                                        <p:tav tm="0">
                                          <p:val>
                                            <p:strVal val="#ppt_x"/>
                                          </p:val>
                                        </p:tav>
                                        <p:tav tm="100000">
                                          <p:val>
                                            <p:strVal val="#ppt_x"/>
                                          </p:val>
                                        </p:tav>
                                      </p:tavLst>
                                    </p:anim>
                                    <p:anim calcmode="lin" valueType="num">
                                      <p:cBhvr>
                                        <p:cTn id="284" dur="1000" fill="hold"/>
                                        <p:tgtEl>
                                          <p:spTgt spid="36"/>
                                        </p:tgtEl>
                                        <p:attrNameLst>
                                          <p:attrName>ppt_y</p:attrName>
                                        </p:attrNameLst>
                                      </p:cBhvr>
                                      <p:tavLst>
                                        <p:tav tm="0">
                                          <p:val>
                                            <p:strVal val="#ppt_y+.1"/>
                                          </p:val>
                                        </p:tav>
                                        <p:tav tm="100000">
                                          <p:val>
                                            <p:strVal val="#ppt_y"/>
                                          </p:val>
                                        </p:tav>
                                      </p:tavLst>
                                    </p:anim>
                                  </p:childTnLst>
                                </p:cTn>
                              </p:par>
                            </p:childTnLst>
                          </p:cTn>
                        </p:par>
                        <p:par>
                          <p:cTn id="285" fill="hold">
                            <p:stCondLst>
                              <p:cond delay="2000"/>
                            </p:stCondLst>
                            <p:childTnLst>
                              <p:par>
                                <p:cTn id="286" presetID="42" presetClass="entr" presetSubtype="0" fill="hold" grpId="0" nodeType="afterEffect">
                                  <p:stCondLst>
                                    <p:cond delay="0"/>
                                  </p:stCondLst>
                                  <p:childTnLst>
                                    <p:set>
                                      <p:cBhvr>
                                        <p:cTn id="287" dur="1" fill="hold">
                                          <p:stCondLst>
                                            <p:cond delay="0"/>
                                          </p:stCondLst>
                                        </p:cTn>
                                        <p:tgtEl>
                                          <p:spTgt spid="68"/>
                                        </p:tgtEl>
                                        <p:attrNameLst>
                                          <p:attrName>style.visibility</p:attrName>
                                        </p:attrNameLst>
                                      </p:cBhvr>
                                      <p:to>
                                        <p:strVal val="visible"/>
                                      </p:to>
                                    </p:set>
                                    <p:animEffect transition="in" filter="fade">
                                      <p:cBhvr>
                                        <p:cTn id="288" dur="1000"/>
                                        <p:tgtEl>
                                          <p:spTgt spid="68"/>
                                        </p:tgtEl>
                                      </p:cBhvr>
                                    </p:animEffect>
                                    <p:anim calcmode="lin" valueType="num">
                                      <p:cBhvr>
                                        <p:cTn id="289" dur="1000" fill="hold"/>
                                        <p:tgtEl>
                                          <p:spTgt spid="68"/>
                                        </p:tgtEl>
                                        <p:attrNameLst>
                                          <p:attrName>ppt_x</p:attrName>
                                        </p:attrNameLst>
                                      </p:cBhvr>
                                      <p:tavLst>
                                        <p:tav tm="0">
                                          <p:val>
                                            <p:strVal val="#ppt_x"/>
                                          </p:val>
                                        </p:tav>
                                        <p:tav tm="100000">
                                          <p:val>
                                            <p:strVal val="#ppt_x"/>
                                          </p:val>
                                        </p:tav>
                                      </p:tavLst>
                                    </p:anim>
                                    <p:anim calcmode="lin" valueType="num">
                                      <p:cBhvr>
                                        <p:cTn id="290" dur="1000" fill="hold"/>
                                        <p:tgtEl>
                                          <p:spTgt spid="68"/>
                                        </p:tgtEl>
                                        <p:attrNameLst>
                                          <p:attrName>ppt_y</p:attrName>
                                        </p:attrNameLst>
                                      </p:cBhvr>
                                      <p:tavLst>
                                        <p:tav tm="0">
                                          <p:val>
                                            <p:strVal val="#ppt_y+.1"/>
                                          </p:val>
                                        </p:tav>
                                        <p:tav tm="100000">
                                          <p:val>
                                            <p:strVal val="#ppt_y"/>
                                          </p:val>
                                        </p:tav>
                                      </p:tavLst>
                                    </p:anim>
                                  </p:childTnLst>
                                </p:cTn>
                              </p:par>
                              <p:par>
                                <p:cTn id="291" presetID="42" presetClass="entr" presetSubtype="0" fill="hold" nodeType="withEffect">
                                  <p:stCondLst>
                                    <p:cond delay="0"/>
                                  </p:stCondLst>
                                  <p:childTnLst>
                                    <p:set>
                                      <p:cBhvr>
                                        <p:cTn id="292" dur="1" fill="hold">
                                          <p:stCondLst>
                                            <p:cond delay="0"/>
                                          </p:stCondLst>
                                        </p:cTn>
                                        <p:tgtEl>
                                          <p:spTgt spid="37"/>
                                        </p:tgtEl>
                                        <p:attrNameLst>
                                          <p:attrName>style.visibility</p:attrName>
                                        </p:attrNameLst>
                                      </p:cBhvr>
                                      <p:to>
                                        <p:strVal val="visible"/>
                                      </p:to>
                                    </p:set>
                                    <p:animEffect transition="in" filter="fade">
                                      <p:cBhvr>
                                        <p:cTn id="293" dur="1000"/>
                                        <p:tgtEl>
                                          <p:spTgt spid="37"/>
                                        </p:tgtEl>
                                      </p:cBhvr>
                                    </p:animEffect>
                                    <p:anim calcmode="lin" valueType="num">
                                      <p:cBhvr>
                                        <p:cTn id="294" dur="1000" fill="hold"/>
                                        <p:tgtEl>
                                          <p:spTgt spid="37"/>
                                        </p:tgtEl>
                                        <p:attrNameLst>
                                          <p:attrName>ppt_x</p:attrName>
                                        </p:attrNameLst>
                                      </p:cBhvr>
                                      <p:tavLst>
                                        <p:tav tm="0">
                                          <p:val>
                                            <p:strVal val="#ppt_x"/>
                                          </p:val>
                                        </p:tav>
                                        <p:tav tm="100000">
                                          <p:val>
                                            <p:strVal val="#ppt_x"/>
                                          </p:val>
                                        </p:tav>
                                      </p:tavLst>
                                    </p:anim>
                                    <p:anim calcmode="lin" valueType="num">
                                      <p:cBhvr>
                                        <p:cTn id="295" dur="1000" fill="hold"/>
                                        <p:tgtEl>
                                          <p:spTgt spid="37"/>
                                        </p:tgtEl>
                                        <p:attrNameLst>
                                          <p:attrName>ppt_y</p:attrName>
                                        </p:attrNameLst>
                                      </p:cBhvr>
                                      <p:tavLst>
                                        <p:tav tm="0">
                                          <p:val>
                                            <p:strVal val="#ppt_y+.1"/>
                                          </p:val>
                                        </p:tav>
                                        <p:tav tm="100000">
                                          <p:val>
                                            <p:strVal val="#ppt_y"/>
                                          </p:val>
                                        </p:tav>
                                      </p:tavLst>
                                    </p:anim>
                                  </p:childTnLst>
                                </p:cTn>
                              </p:par>
                            </p:childTnLst>
                          </p:cTn>
                        </p:par>
                        <p:par>
                          <p:cTn id="296" fill="hold">
                            <p:stCondLst>
                              <p:cond delay="3000"/>
                            </p:stCondLst>
                            <p:childTnLst>
                              <p:par>
                                <p:cTn id="297" presetID="42" presetClass="entr" presetSubtype="0" fill="hold" grpId="0" nodeType="afterEffect">
                                  <p:stCondLst>
                                    <p:cond delay="0"/>
                                  </p:stCondLst>
                                  <p:childTnLst>
                                    <p:set>
                                      <p:cBhvr>
                                        <p:cTn id="298" dur="1" fill="hold">
                                          <p:stCondLst>
                                            <p:cond delay="0"/>
                                          </p:stCondLst>
                                        </p:cTn>
                                        <p:tgtEl>
                                          <p:spTgt spid="71"/>
                                        </p:tgtEl>
                                        <p:attrNameLst>
                                          <p:attrName>style.visibility</p:attrName>
                                        </p:attrNameLst>
                                      </p:cBhvr>
                                      <p:to>
                                        <p:strVal val="visible"/>
                                      </p:to>
                                    </p:set>
                                    <p:animEffect transition="in" filter="fade">
                                      <p:cBhvr>
                                        <p:cTn id="299" dur="1000"/>
                                        <p:tgtEl>
                                          <p:spTgt spid="71"/>
                                        </p:tgtEl>
                                      </p:cBhvr>
                                    </p:animEffect>
                                    <p:anim calcmode="lin" valueType="num">
                                      <p:cBhvr>
                                        <p:cTn id="300" dur="1000" fill="hold"/>
                                        <p:tgtEl>
                                          <p:spTgt spid="71"/>
                                        </p:tgtEl>
                                        <p:attrNameLst>
                                          <p:attrName>ppt_x</p:attrName>
                                        </p:attrNameLst>
                                      </p:cBhvr>
                                      <p:tavLst>
                                        <p:tav tm="0">
                                          <p:val>
                                            <p:strVal val="#ppt_x"/>
                                          </p:val>
                                        </p:tav>
                                        <p:tav tm="100000">
                                          <p:val>
                                            <p:strVal val="#ppt_x"/>
                                          </p:val>
                                        </p:tav>
                                      </p:tavLst>
                                    </p:anim>
                                    <p:anim calcmode="lin" valueType="num">
                                      <p:cBhvr>
                                        <p:cTn id="301" dur="1000" fill="hold"/>
                                        <p:tgtEl>
                                          <p:spTgt spid="71"/>
                                        </p:tgtEl>
                                        <p:attrNameLst>
                                          <p:attrName>ppt_y</p:attrName>
                                        </p:attrNameLst>
                                      </p:cBhvr>
                                      <p:tavLst>
                                        <p:tav tm="0">
                                          <p:val>
                                            <p:strVal val="#ppt_y+.1"/>
                                          </p:val>
                                        </p:tav>
                                        <p:tav tm="100000">
                                          <p:val>
                                            <p:strVal val="#ppt_y"/>
                                          </p:val>
                                        </p:tav>
                                      </p:tavLst>
                                    </p:anim>
                                  </p:childTnLst>
                                </p:cTn>
                              </p:par>
                              <p:par>
                                <p:cTn id="302" presetID="42" presetClass="entr" presetSubtype="0" fill="hold" nodeType="withEffect">
                                  <p:stCondLst>
                                    <p:cond delay="0"/>
                                  </p:stCondLst>
                                  <p:childTnLst>
                                    <p:set>
                                      <p:cBhvr>
                                        <p:cTn id="303" dur="1" fill="hold">
                                          <p:stCondLst>
                                            <p:cond delay="0"/>
                                          </p:stCondLst>
                                        </p:cTn>
                                        <p:tgtEl>
                                          <p:spTgt spid="45"/>
                                        </p:tgtEl>
                                        <p:attrNameLst>
                                          <p:attrName>style.visibility</p:attrName>
                                        </p:attrNameLst>
                                      </p:cBhvr>
                                      <p:to>
                                        <p:strVal val="visible"/>
                                      </p:to>
                                    </p:set>
                                    <p:animEffect transition="in" filter="fade">
                                      <p:cBhvr>
                                        <p:cTn id="304" dur="1000"/>
                                        <p:tgtEl>
                                          <p:spTgt spid="45"/>
                                        </p:tgtEl>
                                      </p:cBhvr>
                                    </p:animEffect>
                                    <p:anim calcmode="lin" valueType="num">
                                      <p:cBhvr>
                                        <p:cTn id="305" dur="1000" fill="hold"/>
                                        <p:tgtEl>
                                          <p:spTgt spid="45"/>
                                        </p:tgtEl>
                                        <p:attrNameLst>
                                          <p:attrName>ppt_x</p:attrName>
                                        </p:attrNameLst>
                                      </p:cBhvr>
                                      <p:tavLst>
                                        <p:tav tm="0">
                                          <p:val>
                                            <p:strVal val="#ppt_x"/>
                                          </p:val>
                                        </p:tav>
                                        <p:tav tm="100000">
                                          <p:val>
                                            <p:strVal val="#ppt_x"/>
                                          </p:val>
                                        </p:tav>
                                      </p:tavLst>
                                    </p:anim>
                                    <p:anim calcmode="lin" valueType="num">
                                      <p:cBhvr>
                                        <p:cTn id="306" dur="1000" fill="hold"/>
                                        <p:tgtEl>
                                          <p:spTgt spid="45"/>
                                        </p:tgtEl>
                                        <p:attrNameLst>
                                          <p:attrName>ppt_y</p:attrName>
                                        </p:attrNameLst>
                                      </p:cBhvr>
                                      <p:tavLst>
                                        <p:tav tm="0">
                                          <p:val>
                                            <p:strVal val="#ppt_y+.1"/>
                                          </p:val>
                                        </p:tav>
                                        <p:tav tm="100000">
                                          <p:val>
                                            <p:strVal val="#ppt_y"/>
                                          </p:val>
                                        </p:tav>
                                      </p:tavLst>
                                    </p:anim>
                                  </p:childTnLst>
                                </p:cTn>
                              </p:par>
                              <p:par>
                                <p:cTn id="307" presetID="42" presetClass="entr" presetSubtype="0" fill="hold" nodeType="withEffect">
                                  <p:stCondLst>
                                    <p:cond delay="0"/>
                                  </p:stCondLst>
                                  <p:childTnLst>
                                    <p:set>
                                      <p:cBhvr>
                                        <p:cTn id="308" dur="1" fill="hold">
                                          <p:stCondLst>
                                            <p:cond delay="0"/>
                                          </p:stCondLst>
                                        </p:cTn>
                                        <p:tgtEl>
                                          <p:spTgt spid="46"/>
                                        </p:tgtEl>
                                        <p:attrNameLst>
                                          <p:attrName>style.visibility</p:attrName>
                                        </p:attrNameLst>
                                      </p:cBhvr>
                                      <p:to>
                                        <p:strVal val="visible"/>
                                      </p:to>
                                    </p:set>
                                    <p:animEffect transition="in" filter="fade">
                                      <p:cBhvr>
                                        <p:cTn id="309" dur="1000"/>
                                        <p:tgtEl>
                                          <p:spTgt spid="46"/>
                                        </p:tgtEl>
                                      </p:cBhvr>
                                    </p:animEffect>
                                    <p:anim calcmode="lin" valueType="num">
                                      <p:cBhvr>
                                        <p:cTn id="310" dur="1000" fill="hold"/>
                                        <p:tgtEl>
                                          <p:spTgt spid="46"/>
                                        </p:tgtEl>
                                        <p:attrNameLst>
                                          <p:attrName>ppt_x</p:attrName>
                                        </p:attrNameLst>
                                      </p:cBhvr>
                                      <p:tavLst>
                                        <p:tav tm="0">
                                          <p:val>
                                            <p:strVal val="#ppt_x"/>
                                          </p:val>
                                        </p:tav>
                                        <p:tav tm="100000">
                                          <p:val>
                                            <p:strVal val="#ppt_x"/>
                                          </p:val>
                                        </p:tav>
                                      </p:tavLst>
                                    </p:anim>
                                    <p:anim calcmode="lin" valueType="num">
                                      <p:cBhvr>
                                        <p:cTn id="311" dur="1000" fill="hold"/>
                                        <p:tgtEl>
                                          <p:spTgt spid="46"/>
                                        </p:tgtEl>
                                        <p:attrNameLst>
                                          <p:attrName>ppt_y</p:attrName>
                                        </p:attrNameLst>
                                      </p:cBhvr>
                                      <p:tavLst>
                                        <p:tav tm="0">
                                          <p:val>
                                            <p:strVal val="#ppt_y+.1"/>
                                          </p:val>
                                        </p:tav>
                                        <p:tav tm="100000">
                                          <p:val>
                                            <p:strVal val="#ppt_y"/>
                                          </p:val>
                                        </p:tav>
                                      </p:tavLst>
                                    </p:anim>
                                  </p:childTnLst>
                                </p:cTn>
                              </p:par>
                            </p:childTnLst>
                          </p:cTn>
                        </p:par>
                        <p:par>
                          <p:cTn id="312" fill="hold">
                            <p:stCondLst>
                              <p:cond delay="4000"/>
                            </p:stCondLst>
                            <p:childTnLst>
                              <p:par>
                                <p:cTn id="313" presetID="42" presetClass="entr" presetSubtype="0" fill="hold" nodeType="afterEffect">
                                  <p:stCondLst>
                                    <p:cond delay="0"/>
                                  </p:stCondLst>
                                  <p:childTnLst>
                                    <p:set>
                                      <p:cBhvr>
                                        <p:cTn id="314" dur="1" fill="hold">
                                          <p:stCondLst>
                                            <p:cond delay="0"/>
                                          </p:stCondLst>
                                        </p:cTn>
                                        <p:tgtEl>
                                          <p:spTgt spid="29"/>
                                        </p:tgtEl>
                                        <p:attrNameLst>
                                          <p:attrName>style.visibility</p:attrName>
                                        </p:attrNameLst>
                                      </p:cBhvr>
                                      <p:to>
                                        <p:strVal val="visible"/>
                                      </p:to>
                                    </p:set>
                                    <p:animEffect transition="in" filter="fade">
                                      <p:cBhvr>
                                        <p:cTn id="315" dur="1000"/>
                                        <p:tgtEl>
                                          <p:spTgt spid="29"/>
                                        </p:tgtEl>
                                      </p:cBhvr>
                                    </p:animEffect>
                                    <p:anim calcmode="lin" valueType="num">
                                      <p:cBhvr>
                                        <p:cTn id="316" dur="1000" fill="hold"/>
                                        <p:tgtEl>
                                          <p:spTgt spid="29"/>
                                        </p:tgtEl>
                                        <p:attrNameLst>
                                          <p:attrName>ppt_x</p:attrName>
                                        </p:attrNameLst>
                                      </p:cBhvr>
                                      <p:tavLst>
                                        <p:tav tm="0">
                                          <p:val>
                                            <p:strVal val="#ppt_x"/>
                                          </p:val>
                                        </p:tav>
                                        <p:tav tm="100000">
                                          <p:val>
                                            <p:strVal val="#ppt_x"/>
                                          </p:val>
                                        </p:tav>
                                      </p:tavLst>
                                    </p:anim>
                                    <p:anim calcmode="lin" valueType="num">
                                      <p:cBhvr>
                                        <p:cTn id="317" dur="1000" fill="hold"/>
                                        <p:tgtEl>
                                          <p:spTgt spid="29"/>
                                        </p:tgtEl>
                                        <p:attrNameLst>
                                          <p:attrName>ppt_y</p:attrName>
                                        </p:attrNameLst>
                                      </p:cBhvr>
                                      <p:tavLst>
                                        <p:tav tm="0">
                                          <p:val>
                                            <p:strVal val="#ppt_y+.1"/>
                                          </p:val>
                                        </p:tav>
                                        <p:tav tm="100000">
                                          <p:val>
                                            <p:strVal val="#ppt_y"/>
                                          </p:val>
                                        </p:tav>
                                      </p:tavLst>
                                    </p:anim>
                                  </p:childTnLst>
                                </p:cTn>
                              </p:par>
                            </p:childTnLst>
                          </p:cTn>
                        </p:par>
                        <p:par>
                          <p:cTn id="318" fill="hold">
                            <p:stCondLst>
                              <p:cond delay="5000"/>
                            </p:stCondLst>
                            <p:childTnLst>
                              <p:par>
                                <p:cTn id="319" presetID="42" presetClass="entr" presetSubtype="0" fill="hold" nodeType="afterEffect">
                                  <p:stCondLst>
                                    <p:cond delay="0"/>
                                  </p:stCondLst>
                                  <p:childTnLst>
                                    <p:set>
                                      <p:cBhvr>
                                        <p:cTn id="320" dur="1" fill="hold">
                                          <p:stCondLst>
                                            <p:cond delay="0"/>
                                          </p:stCondLst>
                                        </p:cTn>
                                        <p:tgtEl>
                                          <p:spTgt spid="38"/>
                                        </p:tgtEl>
                                        <p:attrNameLst>
                                          <p:attrName>style.visibility</p:attrName>
                                        </p:attrNameLst>
                                      </p:cBhvr>
                                      <p:to>
                                        <p:strVal val="visible"/>
                                      </p:to>
                                    </p:set>
                                    <p:animEffect transition="in" filter="fade">
                                      <p:cBhvr>
                                        <p:cTn id="321" dur="1000"/>
                                        <p:tgtEl>
                                          <p:spTgt spid="38"/>
                                        </p:tgtEl>
                                      </p:cBhvr>
                                    </p:animEffect>
                                    <p:anim calcmode="lin" valueType="num">
                                      <p:cBhvr>
                                        <p:cTn id="322" dur="1000" fill="hold"/>
                                        <p:tgtEl>
                                          <p:spTgt spid="38"/>
                                        </p:tgtEl>
                                        <p:attrNameLst>
                                          <p:attrName>ppt_x</p:attrName>
                                        </p:attrNameLst>
                                      </p:cBhvr>
                                      <p:tavLst>
                                        <p:tav tm="0">
                                          <p:val>
                                            <p:strVal val="#ppt_x"/>
                                          </p:val>
                                        </p:tav>
                                        <p:tav tm="100000">
                                          <p:val>
                                            <p:strVal val="#ppt_x"/>
                                          </p:val>
                                        </p:tav>
                                      </p:tavLst>
                                    </p:anim>
                                    <p:anim calcmode="lin" valueType="num">
                                      <p:cBhvr>
                                        <p:cTn id="323" dur="1000" fill="hold"/>
                                        <p:tgtEl>
                                          <p:spTgt spid="38"/>
                                        </p:tgtEl>
                                        <p:attrNameLst>
                                          <p:attrName>ppt_y</p:attrName>
                                        </p:attrNameLst>
                                      </p:cBhvr>
                                      <p:tavLst>
                                        <p:tav tm="0">
                                          <p:val>
                                            <p:strVal val="#ppt_y+.1"/>
                                          </p:val>
                                        </p:tav>
                                        <p:tav tm="100000">
                                          <p:val>
                                            <p:strVal val="#ppt_y"/>
                                          </p:val>
                                        </p:tav>
                                      </p:tavLst>
                                    </p:anim>
                                  </p:childTnLst>
                                </p:cTn>
                              </p:par>
                            </p:childTnLst>
                          </p:cTn>
                        </p:par>
                        <p:par>
                          <p:cTn id="324" fill="hold">
                            <p:stCondLst>
                              <p:cond delay="6000"/>
                            </p:stCondLst>
                            <p:childTnLst>
                              <p:par>
                                <p:cTn id="325" presetID="42" presetClass="entr" presetSubtype="0" fill="hold" nodeType="afterEffect">
                                  <p:stCondLst>
                                    <p:cond delay="0"/>
                                  </p:stCondLst>
                                  <p:childTnLst>
                                    <p:set>
                                      <p:cBhvr>
                                        <p:cTn id="326" dur="1" fill="hold">
                                          <p:stCondLst>
                                            <p:cond delay="0"/>
                                          </p:stCondLst>
                                        </p:cTn>
                                        <p:tgtEl>
                                          <p:spTgt spid="47"/>
                                        </p:tgtEl>
                                        <p:attrNameLst>
                                          <p:attrName>style.visibility</p:attrName>
                                        </p:attrNameLst>
                                      </p:cBhvr>
                                      <p:to>
                                        <p:strVal val="visible"/>
                                      </p:to>
                                    </p:set>
                                    <p:animEffect transition="in" filter="fade">
                                      <p:cBhvr>
                                        <p:cTn id="327" dur="1000"/>
                                        <p:tgtEl>
                                          <p:spTgt spid="47"/>
                                        </p:tgtEl>
                                      </p:cBhvr>
                                    </p:animEffect>
                                    <p:anim calcmode="lin" valueType="num">
                                      <p:cBhvr>
                                        <p:cTn id="328" dur="1000" fill="hold"/>
                                        <p:tgtEl>
                                          <p:spTgt spid="47"/>
                                        </p:tgtEl>
                                        <p:attrNameLst>
                                          <p:attrName>ppt_x</p:attrName>
                                        </p:attrNameLst>
                                      </p:cBhvr>
                                      <p:tavLst>
                                        <p:tav tm="0">
                                          <p:val>
                                            <p:strVal val="#ppt_x"/>
                                          </p:val>
                                        </p:tav>
                                        <p:tav tm="100000">
                                          <p:val>
                                            <p:strVal val="#ppt_x"/>
                                          </p:val>
                                        </p:tav>
                                      </p:tavLst>
                                    </p:anim>
                                    <p:anim calcmode="lin" valueType="num">
                                      <p:cBhvr>
                                        <p:cTn id="329" dur="1000" fill="hold"/>
                                        <p:tgtEl>
                                          <p:spTgt spid="47"/>
                                        </p:tgtEl>
                                        <p:attrNameLst>
                                          <p:attrName>ppt_y</p:attrName>
                                        </p:attrNameLst>
                                      </p:cBhvr>
                                      <p:tavLst>
                                        <p:tav tm="0">
                                          <p:val>
                                            <p:strVal val="#ppt_y+.1"/>
                                          </p:val>
                                        </p:tav>
                                        <p:tav tm="100000">
                                          <p:val>
                                            <p:strVal val="#ppt_y"/>
                                          </p:val>
                                        </p:tav>
                                      </p:tavLst>
                                    </p:anim>
                                  </p:childTnLst>
                                </p:cTn>
                              </p:par>
                            </p:childTnLst>
                          </p:cTn>
                        </p:par>
                        <p:par>
                          <p:cTn id="330" fill="hold">
                            <p:stCondLst>
                              <p:cond delay="7000"/>
                            </p:stCondLst>
                            <p:childTnLst>
                              <p:par>
                                <p:cTn id="331" presetID="42" presetClass="entr" presetSubtype="0" fill="hold" nodeType="afterEffect">
                                  <p:stCondLst>
                                    <p:cond delay="0"/>
                                  </p:stCondLst>
                                  <p:childTnLst>
                                    <p:set>
                                      <p:cBhvr>
                                        <p:cTn id="332" dur="1" fill="hold">
                                          <p:stCondLst>
                                            <p:cond delay="0"/>
                                          </p:stCondLst>
                                        </p:cTn>
                                        <p:tgtEl>
                                          <p:spTgt spid="32"/>
                                        </p:tgtEl>
                                        <p:attrNameLst>
                                          <p:attrName>style.visibility</p:attrName>
                                        </p:attrNameLst>
                                      </p:cBhvr>
                                      <p:to>
                                        <p:strVal val="visible"/>
                                      </p:to>
                                    </p:set>
                                    <p:animEffect transition="in" filter="fade">
                                      <p:cBhvr>
                                        <p:cTn id="333" dur="1000"/>
                                        <p:tgtEl>
                                          <p:spTgt spid="32"/>
                                        </p:tgtEl>
                                      </p:cBhvr>
                                    </p:animEffect>
                                    <p:anim calcmode="lin" valueType="num">
                                      <p:cBhvr>
                                        <p:cTn id="334" dur="1000" fill="hold"/>
                                        <p:tgtEl>
                                          <p:spTgt spid="32"/>
                                        </p:tgtEl>
                                        <p:attrNameLst>
                                          <p:attrName>ppt_x</p:attrName>
                                        </p:attrNameLst>
                                      </p:cBhvr>
                                      <p:tavLst>
                                        <p:tav tm="0">
                                          <p:val>
                                            <p:strVal val="#ppt_x"/>
                                          </p:val>
                                        </p:tav>
                                        <p:tav tm="100000">
                                          <p:val>
                                            <p:strVal val="#ppt_x"/>
                                          </p:val>
                                        </p:tav>
                                      </p:tavLst>
                                    </p:anim>
                                    <p:anim calcmode="lin" valueType="num">
                                      <p:cBhvr>
                                        <p:cTn id="335" dur="1000" fill="hold"/>
                                        <p:tgtEl>
                                          <p:spTgt spid="32"/>
                                        </p:tgtEl>
                                        <p:attrNameLst>
                                          <p:attrName>ppt_y</p:attrName>
                                        </p:attrNameLst>
                                      </p:cBhvr>
                                      <p:tavLst>
                                        <p:tav tm="0">
                                          <p:val>
                                            <p:strVal val="#ppt_y+.1"/>
                                          </p:val>
                                        </p:tav>
                                        <p:tav tm="100000">
                                          <p:val>
                                            <p:strVal val="#ppt_y"/>
                                          </p:val>
                                        </p:tav>
                                      </p:tavLst>
                                    </p:anim>
                                  </p:childTnLst>
                                </p:cTn>
                              </p:par>
                            </p:childTnLst>
                          </p:cTn>
                        </p:par>
                        <p:par>
                          <p:cTn id="336" fill="hold">
                            <p:stCondLst>
                              <p:cond delay="8000"/>
                            </p:stCondLst>
                            <p:childTnLst>
                              <p:par>
                                <p:cTn id="337" presetID="42" presetClass="entr" presetSubtype="0" fill="hold" nodeType="afterEffect">
                                  <p:stCondLst>
                                    <p:cond delay="0"/>
                                  </p:stCondLst>
                                  <p:childTnLst>
                                    <p:set>
                                      <p:cBhvr>
                                        <p:cTn id="338" dur="1" fill="hold">
                                          <p:stCondLst>
                                            <p:cond delay="0"/>
                                          </p:stCondLst>
                                        </p:cTn>
                                        <p:tgtEl>
                                          <p:spTgt spid="35"/>
                                        </p:tgtEl>
                                        <p:attrNameLst>
                                          <p:attrName>style.visibility</p:attrName>
                                        </p:attrNameLst>
                                      </p:cBhvr>
                                      <p:to>
                                        <p:strVal val="visible"/>
                                      </p:to>
                                    </p:set>
                                    <p:animEffect transition="in" filter="fade">
                                      <p:cBhvr>
                                        <p:cTn id="339" dur="1000"/>
                                        <p:tgtEl>
                                          <p:spTgt spid="35"/>
                                        </p:tgtEl>
                                      </p:cBhvr>
                                    </p:animEffect>
                                    <p:anim calcmode="lin" valueType="num">
                                      <p:cBhvr>
                                        <p:cTn id="340" dur="1000" fill="hold"/>
                                        <p:tgtEl>
                                          <p:spTgt spid="35"/>
                                        </p:tgtEl>
                                        <p:attrNameLst>
                                          <p:attrName>ppt_x</p:attrName>
                                        </p:attrNameLst>
                                      </p:cBhvr>
                                      <p:tavLst>
                                        <p:tav tm="0">
                                          <p:val>
                                            <p:strVal val="#ppt_x"/>
                                          </p:val>
                                        </p:tav>
                                        <p:tav tm="100000">
                                          <p:val>
                                            <p:strVal val="#ppt_x"/>
                                          </p:val>
                                        </p:tav>
                                      </p:tavLst>
                                    </p:anim>
                                    <p:anim calcmode="lin" valueType="num">
                                      <p:cBhvr>
                                        <p:cTn id="341" dur="1000" fill="hold"/>
                                        <p:tgtEl>
                                          <p:spTgt spid="35"/>
                                        </p:tgtEl>
                                        <p:attrNameLst>
                                          <p:attrName>ppt_y</p:attrName>
                                        </p:attrNameLst>
                                      </p:cBhvr>
                                      <p:tavLst>
                                        <p:tav tm="0">
                                          <p:val>
                                            <p:strVal val="#ppt_y+.1"/>
                                          </p:val>
                                        </p:tav>
                                        <p:tav tm="100000">
                                          <p:val>
                                            <p:strVal val="#ppt_y"/>
                                          </p:val>
                                        </p:tav>
                                      </p:tavLst>
                                    </p:anim>
                                  </p:childTnLst>
                                </p:cTn>
                              </p:par>
                            </p:childTnLst>
                          </p:cTn>
                        </p:par>
                        <p:par>
                          <p:cTn id="342" fill="hold">
                            <p:stCondLst>
                              <p:cond delay="9000"/>
                            </p:stCondLst>
                            <p:childTnLst>
                              <p:par>
                                <p:cTn id="343" presetID="42" presetClass="entr" presetSubtype="0" fill="hold" nodeType="afterEffect">
                                  <p:stCondLst>
                                    <p:cond delay="0"/>
                                  </p:stCondLst>
                                  <p:childTnLst>
                                    <p:set>
                                      <p:cBhvr>
                                        <p:cTn id="344" dur="1" fill="hold">
                                          <p:stCondLst>
                                            <p:cond delay="0"/>
                                          </p:stCondLst>
                                        </p:cTn>
                                        <p:tgtEl>
                                          <p:spTgt spid="44"/>
                                        </p:tgtEl>
                                        <p:attrNameLst>
                                          <p:attrName>style.visibility</p:attrName>
                                        </p:attrNameLst>
                                      </p:cBhvr>
                                      <p:to>
                                        <p:strVal val="visible"/>
                                      </p:to>
                                    </p:set>
                                    <p:animEffect transition="in" filter="fade">
                                      <p:cBhvr>
                                        <p:cTn id="345" dur="1000"/>
                                        <p:tgtEl>
                                          <p:spTgt spid="44"/>
                                        </p:tgtEl>
                                      </p:cBhvr>
                                    </p:animEffect>
                                    <p:anim calcmode="lin" valueType="num">
                                      <p:cBhvr>
                                        <p:cTn id="346" dur="1000" fill="hold"/>
                                        <p:tgtEl>
                                          <p:spTgt spid="44"/>
                                        </p:tgtEl>
                                        <p:attrNameLst>
                                          <p:attrName>ppt_x</p:attrName>
                                        </p:attrNameLst>
                                      </p:cBhvr>
                                      <p:tavLst>
                                        <p:tav tm="0">
                                          <p:val>
                                            <p:strVal val="#ppt_x"/>
                                          </p:val>
                                        </p:tav>
                                        <p:tav tm="100000">
                                          <p:val>
                                            <p:strVal val="#ppt_x"/>
                                          </p:val>
                                        </p:tav>
                                      </p:tavLst>
                                    </p:anim>
                                    <p:anim calcmode="lin" valueType="num">
                                      <p:cBhvr>
                                        <p:cTn id="347"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348" fill="hold">
                      <p:stCondLst>
                        <p:cond delay="indefinite"/>
                      </p:stCondLst>
                      <p:childTnLst>
                        <p:par>
                          <p:cTn id="349" fill="hold">
                            <p:stCondLst>
                              <p:cond delay="0"/>
                            </p:stCondLst>
                            <p:childTnLst>
                              <p:par>
                                <p:cTn id="350" presetID="2" presetClass="entr" presetSubtype="4" fill="hold" nodeType="clickEffect">
                                  <p:stCondLst>
                                    <p:cond delay="0"/>
                                  </p:stCondLst>
                                  <p:childTnLst>
                                    <p:set>
                                      <p:cBhvr>
                                        <p:cTn id="351" dur="1" fill="hold">
                                          <p:stCondLst>
                                            <p:cond delay="0"/>
                                          </p:stCondLst>
                                        </p:cTn>
                                        <p:tgtEl>
                                          <p:spTgt spid="75"/>
                                        </p:tgtEl>
                                        <p:attrNameLst>
                                          <p:attrName>style.visibility</p:attrName>
                                        </p:attrNameLst>
                                      </p:cBhvr>
                                      <p:to>
                                        <p:strVal val="visible"/>
                                      </p:to>
                                    </p:set>
                                    <p:anim calcmode="lin" valueType="num">
                                      <p:cBhvr additive="base">
                                        <p:cTn id="352" dur="500" fill="hold"/>
                                        <p:tgtEl>
                                          <p:spTgt spid="75"/>
                                        </p:tgtEl>
                                        <p:attrNameLst>
                                          <p:attrName>ppt_x</p:attrName>
                                        </p:attrNameLst>
                                      </p:cBhvr>
                                      <p:tavLst>
                                        <p:tav tm="0">
                                          <p:val>
                                            <p:strVal val="#ppt_x"/>
                                          </p:val>
                                        </p:tav>
                                        <p:tav tm="100000">
                                          <p:val>
                                            <p:strVal val="#ppt_x"/>
                                          </p:val>
                                        </p:tav>
                                      </p:tavLst>
                                    </p:anim>
                                    <p:anim calcmode="lin" valueType="num">
                                      <p:cBhvr additive="base">
                                        <p:cTn id="353"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2387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457200" y="914400"/>
            <a:ext cx="762000" cy="38100"/>
          </a:xfrm>
          <a:prstGeom prst="rect">
            <a:avLst/>
          </a:prstGeom>
        </p:spPr>
      </p:pic>
      <p:pic>
        <p:nvPicPr>
          <p:cNvPr id="6" name="Image 4" descr="preencoded.png"/>
          <p:cNvPicPr>
            <a:picLocks noChangeAspect="1"/>
          </p:cNvPicPr>
          <p:nvPr/>
        </p:nvPicPr>
        <p:blipFill>
          <a:blip r:embed="rId7"/>
          <a:stretch>
            <a:fillRect/>
          </a:stretch>
        </p:blipFill>
        <p:spPr>
          <a:xfrm>
            <a:off x="457200" y="1181100"/>
            <a:ext cx="5524500" cy="1905000"/>
          </a:xfrm>
          <a:prstGeom prst="rect">
            <a:avLst/>
          </a:prstGeom>
        </p:spPr>
      </p:pic>
      <p:pic>
        <p:nvPicPr>
          <p:cNvPr id="7" name="Image 5" descr="preencoded.png"/>
          <p:cNvPicPr>
            <a:picLocks noChangeAspect="1"/>
          </p:cNvPicPr>
          <p:nvPr/>
        </p:nvPicPr>
        <p:blipFill>
          <a:blip r:embed="rId8"/>
          <a:stretch>
            <a:fillRect/>
          </a:stretch>
        </p:blipFill>
        <p:spPr>
          <a:xfrm>
            <a:off x="647700" y="1400175"/>
            <a:ext cx="200025" cy="228600"/>
          </a:xfrm>
          <a:prstGeom prst="rect">
            <a:avLst/>
          </a:prstGeom>
        </p:spPr>
      </p:pic>
      <p:pic>
        <p:nvPicPr>
          <p:cNvPr id="8" name="Image 6" descr="preencoded.png"/>
          <p:cNvPicPr>
            <a:picLocks noChangeAspect="1"/>
          </p:cNvPicPr>
          <p:nvPr/>
        </p:nvPicPr>
        <p:blipFill>
          <a:blip r:embed="rId9"/>
          <a:stretch>
            <a:fillRect/>
          </a:stretch>
        </p:blipFill>
        <p:spPr>
          <a:xfrm>
            <a:off x="647700" y="1828800"/>
            <a:ext cx="152400" cy="152400"/>
          </a:xfrm>
          <a:prstGeom prst="rect">
            <a:avLst/>
          </a:prstGeom>
        </p:spPr>
      </p:pic>
      <p:pic>
        <p:nvPicPr>
          <p:cNvPr id="9" name="Image 7" descr="preencoded.png"/>
          <p:cNvPicPr>
            <a:picLocks noChangeAspect="1"/>
          </p:cNvPicPr>
          <p:nvPr/>
        </p:nvPicPr>
        <p:blipFill>
          <a:blip r:embed="rId10"/>
          <a:stretch>
            <a:fillRect/>
          </a:stretch>
        </p:blipFill>
        <p:spPr>
          <a:xfrm>
            <a:off x="647700" y="2362200"/>
            <a:ext cx="152400" cy="152400"/>
          </a:xfrm>
          <a:prstGeom prst="rect">
            <a:avLst/>
          </a:prstGeom>
        </p:spPr>
      </p:pic>
      <p:pic>
        <p:nvPicPr>
          <p:cNvPr id="10" name="Image 8" descr="preencoded.png"/>
          <p:cNvPicPr>
            <a:picLocks noChangeAspect="1"/>
          </p:cNvPicPr>
          <p:nvPr/>
        </p:nvPicPr>
        <p:blipFill>
          <a:blip r:embed="rId11"/>
          <a:stretch>
            <a:fillRect/>
          </a:stretch>
        </p:blipFill>
        <p:spPr>
          <a:xfrm>
            <a:off x="876300" y="2628900"/>
            <a:ext cx="582662" cy="266700"/>
          </a:xfrm>
          <a:prstGeom prst="rect">
            <a:avLst/>
          </a:prstGeom>
        </p:spPr>
      </p:pic>
      <p:pic>
        <p:nvPicPr>
          <p:cNvPr id="11" name="Image 9" descr="preencoded.png"/>
          <p:cNvPicPr>
            <a:picLocks noChangeAspect="1"/>
          </p:cNvPicPr>
          <p:nvPr/>
        </p:nvPicPr>
        <p:blipFill>
          <a:blip r:embed="rId12"/>
          <a:stretch>
            <a:fillRect/>
          </a:stretch>
        </p:blipFill>
        <p:spPr>
          <a:xfrm>
            <a:off x="1535162" y="2628900"/>
            <a:ext cx="546646" cy="266700"/>
          </a:xfrm>
          <a:prstGeom prst="rect">
            <a:avLst/>
          </a:prstGeom>
        </p:spPr>
      </p:pic>
      <p:pic>
        <p:nvPicPr>
          <p:cNvPr id="12" name="Image 10" descr="preencoded.png"/>
          <p:cNvPicPr>
            <a:picLocks noChangeAspect="1"/>
          </p:cNvPicPr>
          <p:nvPr/>
        </p:nvPicPr>
        <p:blipFill>
          <a:blip r:embed="rId13"/>
          <a:stretch>
            <a:fillRect/>
          </a:stretch>
        </p:blipFill>
        <p:spPr>
          <a:xfrm>
            <a:off x="2158008" y="2628900"/>
            <a:ext cx="704552" cy="266700"/>
          </a:xfrm>
          <a:prstGeom prst="rect">
            <a:avLst/>
          </a:prstGeom>
        </p:spPr>
      </p:pic>
      <p:pic>
        <p:nvPicPr>
          <p:cNvPr id="13" name="Image 11" descr="preencoded.png"/>
          <p:cNvPicPr>
            <a:picLocks noChangeAspect="1"/>
          </p:cNvPicPr>
          <p:nvPr/>
        </p:nvPicPr>
        <p:blipFill>
          <a:blip r:embed="rId14"/>
          <a:stretch>
            <a:fillRect/>
          </a:stretch>
        </p:blipFill>
        <p:spPr>
          <a:xfrm>
            <a:off x="2938760" y="2628900"/>
            <a:ext cx="652611" cy="266700"/>
          </a:xfrm>
          <a:prstGeom prst="rect">
            <a:avLst/>
          </a:prstGeom>
        </p:spPr>
      </p:pic>
      <p:pic>
        <p:nvPicPr>
          <p:cNvPr id="14" name="Image 12" descr="preencoded.png"/>
          <p:cNvPicPr>
            <a:picLocks noChangeAspect="1"/>
          </p:cNvPicPr>
          <p:nvPr/>
        </p:nvPicPr>
        <p:blipFill>
          <a:blip r:embed="rId15"/>
          <a:stretch>
            <a:fillRect/>
          </a:stretch>
        </p:blipFill>
        <p:spPr>
          <a:xfrm>
            <a:off x="3667571" y="2628900"/>
            <a:ext cx="644723" cy="266700"/>
          </a:xfrm>
          <a:prstGeom prst="rect">
            <a:avLst/>
          </a:prstGeom>
        </p:spPr>
      </p:pic>
      <p:pic>
        <p:nvPicPr>
          <p:cNvPr id="15" name="Image 13" descr="preencoded.png"/>
          <p:cNvPicPr>
            <a:picLocks noChangeAspect="1"/>
          </p:cNvPicPr>
          <p:nvPr/>
        </p:nvPicPr>
        <p:blipFill>
          <a:blip r:embed="rId16"/>
          <a:stretch>
            <a:fillRect/>
          </a:stretch>
        </p:blipFill>
        <p:spPr>
          <a:xfrm>
            <a:off x="4388495" y="2628900"/>
            <a:ext cx="403473" cy="266700"/>
          </a:xfrm>
          <a:prstGeom prst="rect">
            <a:avLst/>
          </a:prstGeom>
        </p:spPr>
      </p:pic>
      <p:pic>
        <p:nvPicPr>
          <p:cNvPr id="16" name="Image 14" descr="preencoded.png"/>
          <p:cNvPicPr>
            <a:picLocks noChangeAspect="1"/>
          </p:cNvPicPr>
          <p:nvPr/>
        </p:nvPicPr>
        <p:blipFill>
          <a:blip r:embed="rId17"/>
          <a:stretch>
            <a:fillRect/>
          </a:stretch>
        </p:blipFill>
        <p:spPr>
          <a:xfrm>
            <a:off x="4868168" y="2628900"/>
            <a:ext cx="440531" cy="266700"/>
          </a:xfrm>
          <a:prstGeom prst="rect">
            <a:avLst/>
          </a:prstGeom>
        </p:spPr>
      </p:pic>
      <p:pic>
        <p:nvPicPr>
          <p:cNvPr id="17" name="Image 15" descr="https://picture-search.skywork.ai/aippt/image/sheet/73be625cd37fa96e1942de3c4fc7ca0d.jpg"/>
          <p:cNvPicPr>
            <a:picLocks noChangeAspect="1"/>
          </p:cNvPicPr>
          <p:nvPr/>
        </p:nvPicPr>
        <p:blipFill>
          <a:blip r:embed="rId18"/>
          <a:stretch>
            <a:fillRect/>
          </a:stretch>
        </p:blipFill>
        <p:spPr>
          <a:xfrm>
            <a:off x="457200" y="3276600"/>
            <a:ext cx="5524500" cy="2438400"/>
          </a:xfrm>
          <a:prstGeom prst="rect">
            <a:avLst/>
          </a:prstGeom>
        </p:spPr>
      </p:pic>
      <p:pic>
        <p:nvPicPr>
          <p:cNvPr id="18" name="Image 16" descr="preencoded.png"/>
          <p:cNvPicPr>
            <a:picLocks noChangeAspect="1"/>
          </p:cNvPicPr>
          <p:nvPr/>
        </p:nvPicPr>
        <p:blipFill>
          <a:blip r:embed="rId19"/>
          <a:stretch>
            <a:fillRect/>
          </a:stretch>
        </p:blipFill>
        <p:spPr>
          <a:xfrm>
            <a:off x="6210300" y="1209675"/>
            <a:ext cx="228600" cy="228600"/>
          </a:xfrm>
          <a:prstGeom prst="rect">
            <a:avLst/>
          </a:prstGeom>
        </p:spPr>
      </p:pic>
      <p:pic>
        <p:nvPicPr>
          <p:cNvPr id="19" name="Image 17" descr="preencoded.png"/>
          <p:cNvPicPr>
            <a:picLocks noChangeAspect="1"/>
          </p:cNvPicPr>
          <p:nvPr/>
        </p:nvPicPr>
        <p:blipFill>
          <a:blip r:embed="rId20"/>
          <a:stretch>
            <a:fillRect/>
          </a:stretch>
        </p:blipFill>
        <p:spPr>
          <a:xfrm>
            <a:off x="6210300" y="1943100"/>
            <a:ext cx="5524500" cy="704850"/>
          </a:xfrm>
          <a:prstGeom prst="rect">
            <a:avLst/>
          </a:prstGeom>
        </p:spPr>
      </p:pic>
      <p:pic>
        <p:nvPicPr>
          <p:cNvPr id="20" name="Image 18" descr="preencoded.png"/>
          <p:cNvPicPr>
            <a:picLocks noChangeAspect="1"/>
          </p:cNvPicPr>
          <p:nvPr/>
        </p:nvPicPr>
        <p:blipFill>
          <a:blip r:embed="rId21"/>
          <a:stretch>
            <a:fillRect/>
          </a:stretch>
        </p:blipFill>
        <p:spPr>
          <a:xfrm>
            <a:off x="6324600" y="2057400"/>
            <a:ext cx="476250" cy="476250"/>
          </a:xfrm>
          <a:prstGeom prst="rect">
            <a:avLst/>
          </a:prstGeom>
        </p:spPr>
      </p:pic>
      <p:pic>
        <p:nvPicPr>
          <p:cNvPr id="21" name="Image 19" descr="preencoded.png"/>
          <p:cNvPicPr>
            <a:picLocks noChangeAspect="1"/>
          </p:cNvPicPr>
          <p:nvPr/>
        </p:nvPicPr>
        <p:blipFill>
          <a:blip r:embed="rId22"/>
          <a:stretch>
            <a:fillRect/>
          </a:stretch>
        </p:blipFill>
        <p:spPr>
          <a:xfrm>
            <a:off x="6467475" y="2162175"/>
            <a:ext cx="190500" cy="266700"/>
          </a:xfrm>
          <a:prstGeom prst="rect">
            <a:avLst/>
          </a:prstGeom>
        </p:spPr>
      </p:pic>
      <p:pic>
        <p:nvPicPr>
          <p:cNvPr id="22" name="Image 20" descr="preencoded.png"/>
          <p:cNvPicPr>
            <a:picLocks noChangeAspect="1"/>
          </p:cNvPicPr>
          <p:nvPr/>
        </p:nvPicPr>
        <p:blipFill>
          <a:blip r:embed="rId20"/>
          <a:stretch>
            <a:fillRect/>
          </a:stretch>
        </p:blipFill>
        <p:spPr>
          <a:xfrm>
            <a:off x="6210300" y="2762250"/>
            <a:ext cx="5524500" cy="704850"/>
          </a:xfrm>
          <a:prstGeom prst="rect">
            <a:avLst/>
          </a:prstGeom>
        </p:spPr>
      </p:pic>
      <p:pic>
        <p:nvPicPr>
          <p:cNvPr id="23" name="Image 21" descr="preencoded.png"/>
          <p:cNvPicPr>
            <a:picLocks noChangeAspect="1"/>
          </p:cNvPicPr>
          <p:nvPr/>
        </p:nvPicPr>
        <p:blipFill>
          <a:blip r:embed="rId23"/>
          <a:stretch>
            <a:fillRect/>
          </a:stretch>
        </p:blipFill>
        <p:spPr>
          <a:xfrm>
            <a:off x="6324600" y="2876550"/>
            <a:ext cx="476250" cy="476250"/>
          </a:xfrm>
          <a:prstGeom prst="rect">
            <a:avLst/>
          </a:prstGeom>
        </p:spPr>
      </p:pic>
      <p:pic>
        <p:nvPicPr>
          <p:cNvPr id="24" name="Image 22" descr="preencoded.png"/>
          <p:cNvPicPr>
            <a:picLocks noChangeAspect="1"/>
          </p:cNvPicPr>
          <p:nvPr/>
        </p:nvPicPr>
        <p:blipFill>
          <a:blip r:embed="rId24"/>
          <a:stretch>
            <a:fillRect/>
          </a:stretch>
        </p:blipFill>
        <p:spPr>
          <a:xfrm>
            <a:off x="6467475" y="2981325"/>
            <a:ext cx="190500" cy="266700"/>
          </a:xfrm>
          <a:prstGeom prst="rect">
            <a:avLst/>
          </a:prstGeom>
        </p:spPr>
      </p:pic>
      <p:pic>
        <p:nvPicPr>
          <p:cNvPr id="25" name="Image 23" descr="preencoded.png"/>
          <p:cNvPicPr>
            <a:picLocks noChangeAspect="1"/>
          </p:cNvPicPr>
          <p:nvPr/>
        </p:nvPicPr>
        <p:blipFill>
          <a:blip r:embed="rId20"/>
          <a:stretch>
            <a:fillRect/>
          </a:stretch>
        </p:blipFill>
        <p:spPr>
          <a:xfrm>
            <a:off x="6210300" y="3581400"/>
            <a:ext cx="5524500" cy="704850"/>
          </a:xfrm>
          <a:prstGeom prst="rect">
            <a:avLst/>
          </a:prstGeom>
        </p:spPr>
      </p:pic>
      <p:pic>
        <p:nvPicPr>
          <p:cNvPr id="26" name="Image 24" descr="preencoded.png"/>
          <p:cNvPicPr>
            <a:picLocks noChangeAspect="1"/>
          </p:cNvPicPr>
          <p:nvPr/>
        </p:nvPicPr>
        <p:blipFill>
          <a:blip r:embed="rId25"/>
          <a:stretch>
            <a:fillRect/>
          </a:stretch>
        </p:blipFill>
        <p:spPr>
          <a:xfrm>
            <a:off x="6324600" y="3695700"/>
            <a:ext cx="476250" cy="476250"/>
          </a:xfrm>
          <a:prstGeom prst="rect">
            <a:avLst/>
          </a:prstGeom>
        </p:spPr>
      </p:pic>
      <p:pic>
        <p:nvPicPr>
          <p:cNvPr id="27" name="Image 25" descr="preencoded.png"/>
          <p:cNvPicPr>
            <a:picLocks noChangeAspect="1"/>
          </p:cNvPicPr>
          <p:nvPr/>
        </p:nvPicPr>
        <p:blipFill>
          <a:blip r:embed="rId26"/>
          <a:stretch>
            <a:fillRect/>
          </a:stretch>
        </p:blipFill>
        <p:spPr>
          <a:xfrm>
            <a:off x="6467475" y="3800475"/>
            <a:ext cx="190500" cy="266700"/>
          </a:xfrm>
          <a:prstGeom prst="rect">
            <a:avLst/>
          </a:prstGeom>
        </p:spPr>
      </p:pic>
      <p:pic>
        <p:nvPicPr>
          <p:cNvPr id="28" name="Image 26" descr="preencoded.png"/>
          <p:cNvPicPr>
            <a:picLocks noChangeAspect="1"/>
          </p:cNvPicPr>
          <p:nvPr/>
        </p:nvPicPr>
        <p:blipFill>
          <a:blip r:embed="rId20"/>
          <a:stretch>
            <a:fillRect/>
          </a:stretch>
        </p:blipFill>
        <p:spPr>
          <a:xfrm>
            <a:off x="6210300" y="4400550"/>
            <a:ext cx="5524500" cy="704850"/>
          </a:xfrm>
          <a:prstGeom prst="rect">
            <a:avLst/>
          </a:prstGeom>
        </p:spPr>
      </p:pic>
      <p:pic>
        <p:nvPicPr>
          <p:cNvPr id="29" name="Image 27" descr="preencoded.png"/>
          <p:cNvPicPr>
            <a:picLocks noChangeAspect="1"/>
          </p:cNvPicPr>
          <p:nvPr/>
        </p:nvPicPr>
        <p:blipFill>
          <a:blip r:embed="rId27"/>
          <a:stretch>
            <a:fillRect/>
          </a:stretch>
        </p:blipFill>
        <p:spPr>
          <a:xfrm>
            <a:off x="6324600" y="4514850"/>
            <a:ext cx="476250" cy="476250"/>
          </a:xfrm>
          <a:prstGeom prst="rect">
            <a:avLst/>
          </a:prstGeom>
        </p:spPr>
      </p:pic>
      <p:pic>
        <p:nvPicPr>
          <p:cNvPr id="30" name="Image 28" descr="preencoded.png"/>
          <p:cNvPicPr>
            <a:picLocks noChangeAspect="1"/>
          </p:cNvPicPr>
          <p:nvPr/>
        </p:nvPicPr>
        <p:blipFill>
          <a:blip r:embed="rId28"/>
          <a:stretch>
            <a:fillRect/>
          </a:stretch>
        </p:blipFill>
        <p:spPr>
          <a:xfrm>
            <a:off x="6467475" y="4619625"/>
            <a:ext cx="190500" cy="266700"/>
          </a:xfrm>
          <a:prstGeom prst="rect">
            <a:avLst/>
          </a:prstGeom>
        </p:spPr>
      </p:pic>
      <p:pic>
        <p:nvPicPr>
          <p:cNvPr id="31" name="Image 29" descr="preencoded.png"/>
          <p:cNvPicPr>
            <a:picLocks noChangeAspect="1"/>
          </p:cNvPicPr>
          <p:nvPr/>
        </p:nvPicPr>
        <p:blipFill>
          <a:blip r:embed="rId20"/>
          <a:stretch>
            <a:fillRect/>
          </a:stretch>
        </p:blipFill>
        <p:spPr>
          <a:xfrm>
            <a:off x="6210300" y="5219700"/>
            <a:ext cx="5524500" cy="704850"/>
          </a:xfrm>
          <a:prstGeom prst="rect">
            <a:avLst/>
          </a:prstGeom>
        </p:spPr>
      </p:pic>
      <p:pic>
        <p:nvPicPr>
          <p:cNvPr id="32" name="Image 30" descr="preencoded.png"/>
          <p:cNvPicPr>
            <a:picLocks noChangeAspect="1"/>
          </p:cNvPicPr>
          <p:nvPr/>
        </p:nvPicPr>
        <p:blipFill>
          <a:blip r:embed="rId29"/>
          <a:stretch>
            <a:fillRect/>
          </a:stretch>
        </p:blipFill>
        <p:spPr>
          <a:xfrm>
            <a:off x="6324600" y="5334000"/>
            <a:ext cx="476250" cy="476250"/>
          </a:xfrm>
          <a:prstGeom prst="rect">
            <a:avLst/>
          </a:prstGeom>
        </p:spPr>
      </p:pic>
      <p:pic>
        <p:nvPicPr>
          <p:cNvPr id="33" name="Image 31" descr="preencoded.png"/>
          <p:cNvPicPr>
            <a:picLocks noChangeAspect="1"/>
          </p:cNvPicPr>
          <p:nvPr/>
        </p:nvPicPr>
        <p:blipFill>
          <a:blip r:embed="rId30"/>
          <a:stretch>
            <a:fillRect/>
          </a:stretch>
        </p:blipFill>
        <p:spPr>
          <a:xfrm>
            <a:off x="6467475" y="5438775"/>
            <a:ext cx="190500" cy="266700"/>
          </a:xfrm>
          <a:prstGeom prst="rect">
            <a:avLst/>
          </a:prstGeom>
        </p:spPr>
      </p:pic>
      <p:pic>
        <p:nvPicPr>
          <p:cNvPr id="34" name="Image 32" descr="preencoded.png"/>
          <p:cNvPicPr>
            <a:picLocks noChangeAspect="1"/>
          </p:cNvPicPr>
          <p:nvPr/>
        </p:nvPicPr>
        <p:blipFill>
          <a:blip r:embed="rId31"/>
          <a:stretch>
            <a:fillRect/>
          </a:stretch>
        </p:blipFill>
        <p:spPr>
          <a:xfrm>
            <a:off x="0" y="6781800"/>
            <a:ext cx="12192000" cy="76200"/>
          </a:xfrm>
          <a:prstGeom prst="rect">
            <a:avLst/>
          </a:prstGeom>
        </p:spPr>
      </p:pic>
      <p:sp>
        <p:nvSpPr>
          <p:cNvPr id="35"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Xử lý </a:t>
            </a:r>
            <a:r>
              <a:rPr lang="en-US" sz="2700" b="1" dirty="0">
                <a:solidFill>
                  <a:srgbClr val="FF7F50"/>
                </a:solidFill>
                <a:latin typeface="ui-sans-serif" pitchFamily="34" charset="0"/>
                <a:ea typeface="ui-sans-serif" pitchFamily="34" charset="-122"/>
                <a:cs typeface="ui-sans-serif" pitchFamily="34" charset="-120"/>
              </a:rPr>
              <a:t>dữ liệu</a:t>
            </a:r>
            <a:endParaRPr lang="en-US" sz="2700" dirty="0"/>
          </a:p>
        </p:txBody>
      </p:sp>
      <p:sp>
        <p:nvSpPr>
          <p:cNvPr id="36" name="Text 1"/>
          <p:cNvSpPr/>
          <p:nvPr/>
        </p:nvSpPr>
        <p:spPr>
          <a:xfrm>
            <a:off x="923925" y="1371600"/>
            <a:ext cx="61722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Tập dữ liệu FER2013</a:t>
            </a:r>
            <a:endParaRPr lang="en-US" sz="1800" dirty="0"/>
          </a:p>
        </p:txBody>
      </p:sp>
      <p:sp>
        <p:nvSpPr>
          <p:cNvPr id="37" name="Text 2"/>
          <p:cNvSpPr/>
          <p:nvPr/>
        </p:nvSpPr>
        <p:spPr>
          <a:xfrm>
            <a:off x="876300" y="1790700"/>
            <a:ext cx="49149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Tập dữ liệu được tổ chức thành hai thư mục chính: </a:t>
            </a:r>
            <a:r>
              <a:rPr lang="en-US" sz="1200" b="1" dirty="0">
                <a:solidFill>
                  <a:srgbClr val="4B5563"/>
                </a:solidFill>
                <a:latin typeface="ui-sans-serif" pitchFamily="34" charset="0"/>
                <a:ea typeface="ui-sans-serif" pitchFamily="34" charset="-122"/>
                <a:cs typeface="ui-sans-serif" pitchFamily="34" charset="-120"/>
              </a:rPr>
              <a:t>train/</a:t>
            </a:r>
            <a:r>
              <a:rPr lang="en-US" sz="1200" dirty="0">
                <a:solidFill>
                  <a:srgbClr val="4B5563"/>
                </a:solidFill>
                <a:latin typeface="ui-sans-serif" pitchFamily="34" charset="0"/>
                <a:ea typeface="ui-sans-serif" pitchFamily="34" charset="-122"/>
                <a:cs typeface="ui-sans-serif" pitchFamily="34" charset="-120"/>
              </a:rPr>
              <a:t> và </a:t>
            </a:r>
            <a:r>
              <a:rPr lang="en-US" sz="1200" b="1" dirty="0">
                <a:solidFill>
                  <a:srgbClr val="4B5563"/>
                </a:solidFill>
                <a:latin typeface="ui-sans-serif" pitchFamily="34" charset="0"/>
                <a:ea typeface="ui-sans-serif" pitchFamily="34" charset="-122"/>
                <a:cs typeface="ui-sans-serif" pitchFamily="34" charset="-120"/>
              </a:rPr>
              <a:t>test/</a:t>
            </a:r>
            <a:endParaRPr lang="en-US" sz="1200" dirty="0"/>
          </a:p>
        </p:txBody>
      </p:sp>
      <p:sp>
        <p:nvSpPr>
          <p:cNvPr id="38" name="Text 3"/>
          <p:cNvSpPr/>
          <p:nvPr/>
        </p:nvSpPr>
        <p:spPr>
          <a:xfrm>
            <a:off x="876300" y="2324100"/>
            <a:ext cx="574232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Mỗi thư mục chứa 7 thư mục con tương ứng với 7 lớp cảm xúc:</a:t>
            </a:r>
            <a:endParaRPr lang="en-US" sz="1200" dirty="0"/>
          </a:p>
        </p:txBody>
      </p:sp>
      <p:sp>
        <p:nvSpPr>
          <p:cNvPr id="39" name="Text 4"/>
          <p:cNvSpPr/>
          <p:nvPr/>
        </p:nvSpPr>
        <p:spPr>
          <a:xfrm>
            <a:off x="952500" y="2628900"/>
            <a:ext cx="699195" cy="266700"/>
          </a:xfrm>
          <a:prstGeom prst="rect">
            <a:avLst/>
          </a:prstGeom>
          <a:noFill/>
          <a:ln/>
        </p:spPr>
        <p:txBody>
          <a:bodyPr vert="horz" wrap="square" lIns="0" tIns="0" rIns="0" bIns="0" rtlCol="0" anchor="t"/>
          <a:lstStyle/>
          <a:p>
            <a:pPr marL="0" indent="0" algn="l">
              <a:lnSpc>
                <a:spcPts val="1500"/>
              </a:lnSpc>
              <a:buNone/>
            </a:pPr>
            <a:r>
              <a:rPr lang="en-US" sz="1050" dirty="0">
                <a:solidFill>
                  <a:srgbClr val="9A3412"/>
                </a:solidFill>
                <a:latin typeface="ui-sans-serif" pitchFamily="34" charset="0"/>
                <a:ea typeface="ui-sans-serif" pitchFamily="34" charset="-122"/>
                <a:cs typeface="ui-sans-serif" pitchFamily="34" charset="-120"/>
              </a:rPr>
              <a:t>Happy</a:t>
            </a:r>
            <a:endParaRPr lang="en-US" sz="1050" dirty="0"/>
          </a:p>
        </p:txBody>
      </p:sp>
      <p:sp>
        <p:nvSpPr>
          <p:cNvPr id="40" name="Text 5"/>
          <p:cNvSpPr/>
          <p:nvPr/>
        </p:nvSpPr>
        <p:spPr>
          <a:xfrm>
            <a:off x="1611362" y="2628900"/>
            <a:ext cx="655975" cy="266700"/>
          </a:xfrm>
          <a:prstGeom prst="rect">
            <a:avLst/>
          </a:prstGeom>
          <a:noFill/>
          <a:ln/>
        </p:spPr>
        <p:txBody>
          <a:bodyPr vert="horz" wrap="square" lIns="0" tIns="0" rIns="0" bIns="0" rtlCol="0" anchor="t"/>
          <a:lstStyle/>
          <a:p>
            <a:pPr marL="0" indent="0" algn="l">
              <a:lnSpc>
                <a:spcPts val="1500"/>
              </a:lnSpc>
              <a:buNone/>
            </a:pPr>
            <a:r>
              <a:rPr lang="en-US" sz="1050" dirty="0">
                <a:solidFill>
                  <a:srgbClr val="991B1B"/>
                </a:solidFill>
                <a:latin typeface="ui-sans-serif" pitchFamily="34" charset="0"/>
                <a:ea typeface="ui-sans-serif" pitchFamily="34" charset="-122"/>
                <a:cs typeface="ui-sans-serif" pitchFamily="34" charset="-120"/>
              </a:rPr>
              <a:t>Angry</a:t>
            </a:r>
            <a:endParaRPr lang="en-US" sz="1050" dirty="0"/>
          </a:p>
        </p:txBody>
      </p:sp>
      <p:sp>
        <p:nvSpPr>
          <p:cNvPr id="41" name="Text 6"/>
          <p:cNvSpPr/>
          <p:nvPr/>
        </p:nvSpPr>
        <p:spPr>
          <a:xfrm>
            <a:off x="2234208" y="2628900"/>
            <a:ext cx="845463" cy="266700"/>
          </a:xfrm>
          <a:prstGeom prst="rect">
            <a:avLst/>
          </a:prstGeom>
          <a:noFill/>
          <a:ln/>
        </p:spPr>
        <p:txBody>
          <a:bodyPr vert="horz" wrap="square" lIns="0" tIns="0" rIns="0" bIns="0" rtlCol="0" anchor="t"/>
          <a:lstStyle/>
          <a:p>
            <a:pPr marL="0" indent="0" algn="l">
              <a:lnSpc>
                <a:spcPts val="1500"/>
              </a:lnSpc>
              <a:buNone/>
            </a:pPr>
            <a:r>
              <a:rPr lang="en-US" sz="1050" dirty="0">
                <a:solidFill>
                  <a:srgbClr val="854D0E"/>
                </a:solidFill>
                <a:latin typeface="ui-sans-serif" pitchFamily="34" charset="0"/>
                <a:ea typeface="ui-sans-serif" pitchFamily="34" charset="-122"/>
                <a:cs typeface="ui-sans-serif" pitchFamily="34" charset="-120"/>
              </a:rPr>
              <a:t>Surprise</a:t>
            </a:r>
            <a:endParaRPr lang="en-US" sz="1050" dirty="0"/>
          </a:p>
        </p:txBody>
      </p:sp>
      <p:sp>
        <p:nvSpPr>
          <p:cNvPr id="42" name="Text 7"/>
          <p:cNvSpPr/>
          <p:nvPr/>
        </p:nvSpPr>
        <p:spPr>
          <a:xfrm>
            <a:off x="3014960" y="2628900"/>
            <a:ext cx="783134" cy="266700"/>
          </a:xfrm>
          <a:prstGeom prst="rect">
            <a:avLst/>
          </a:prstGeom>
          <a:noFill/>
          <a:ln/>
        </p:spPr>
        <p:txBody>
          <a:bodyPr vert="horz" wrap="square" lIns="0" tIns="0" rIns="0" bIns="0" rtlCol="0" anchor="t"/>
          <a:lstStyle/>
          <a:p>
            <a:pPr marL="0" indent="0" algn="l">
              <a:lnSpc>
                <a:spcPts val="1500"/>
              </a:lnSpc>
              <a:buNone/>
            </a:pPr>
            <a:r>
              <a:rPr lang="en-US" sz="1050" dirty="0">
                <a:solidFill>
                  <a:srgbClr val="166534"/>
                </a:solidFill>
                <a:latin typeface="ui-sans-serif" pitchFamily="34" charset="0"/>
                <a:ea typeface="ui-sans-serif" pitchFamily="34" charset="-122"/>
                <a:cs typeface="ui-sans-serif" pitchFamily="34" charset="-120"/>
              </a:rPr>
              <a:t>Disgust</a:t>
            </a:r>
            <a:endParaRPr lang="en-US" sz="1050" dirty="0"/>
          </a:p>
        </p:txBody>
      </p:sp>
      <p:sp>
        <p:nvSpPr>
          <p:cNvPr id="43" name="Text 8"/>
          <p:cNvSpPr/>
          <p:nvPr/>
        </p:nvSpPr>
        <p:spPr>
          <a:xfrm>
            <a:off x="3743771" y="2628900"/>
            <a:ext cx="773668" cy="266700"/>
          </a:xfrm>
          <a:prstGeom prst="rect">
            <a:avLst/>
          </a:prstGeom>
          <a:noFill/>
          <a:ln/>
        </p:spPr>
        <p:txBody>
          <a:bodyPr vert="horz" wrap="square" lIns="0" tIns="0" rIns="0" bIns="0" rtlCol="0" anchor="t"/>
          <a:lstStyle/>
          <a:p>
            <a:pPr marL="0" indent="0" algn="l">
              <a:lnSpc>
                <a:spcPts val="1500"/>
              </a:lnSpc>
              <a:buNone/>
            </a:pPr>
            <a:r>
              <a:rPr lang="en-US" sz="1050" dirty="0">
                <a:solidFill>
                  <a:srgbClr val="1F2937"/>
                </a:solidFill>
                <a:latin typeface="ui-sans-serif" pitchFamily="34" charset="0"/>
                <a:ea typeface="ui-sans-serif" pitchFamily="34" charset="-122"/>
                <a:cs typeface="ui-sans-serif" pitchFamily="34" charset="-120"/>
              </a:rPr>
              <a:t>Neutral</a:t>
            </a:r>
            <a:endParaRPr lang="en-US" sz="1050" dirty="0"/>
          </a:p>
        </p:txBody>
      </p:sp>
      <p:sp>
        <p:nvSpPr>
          <p:cNvPr id="44" name="Text 9"/>
          <p:cNvSpPr/>
          <p:nvPr/>
        </p:nvSpPr>
        <p:spPr>
          <a:xfrm>
            <a:off x="4464695" y="2628900"/>
            <a:ext cx="484168" cy="266700"/>
          </a:xfrm>
          <a:prstGeom prst="rect">
            <a:avLst/>
          </a:prstGeom>
          <a:noFill/>
          <a:ln/>
        </p:spPr>
        <p:txBody>
          <a:bodyPr vert="horz" wrap="square" lIns="0" tIns="0" rIns="0" bIns="0" rtlCol="0" anchor="t"/>
          <a:lstStyle/>
          <a:p>
            <a:pPr marL="0" indent="0" algn="l">
              <a:lnSpc>
                <a:spcPts val="1500"/>
              </a:lnSpc>
              <a:buNone/>
            </a:pPr>
            <a:r>
              <a:rPr lang="en-US" sz="1050" dirty="0">
                <a:solidFill>
                  <a:srgbClr val="1E40AF"/>
                </a:solidFill>
                <a:latin typeface="ui-sans-serif" pitchFamily="34" charset="0"/>
                <a:ea typeface="ui-sans-serif" pitchFamily="34" charset="-122"/>
                <a:cs typeface="ui-sans-serif" pitchFamily="34" charset="-120"/>
              </a:rPr>
              <a:t>Sad</a:t>
            </a:r>
            <a:endParaRPr lang="en-US" sz="1050" dirty="0"/>
          </a:p>
        </p:txBody>
      </p:sp>
      <p:sp>
        <p:nvSpPr>
          <p:cNvPr id="45" name="Text 10"/>
          <p:cNvSpPr/>
          <p:nvPr/>
        </p:nvSpPr>
        <p:spPr>
          <a:xfrm>
            <a:off x="4944368" y="2628900"/>
            <a:ext cx="528638" cy="266700"/>
          </a:xfrm>
          <a:prstGeom prst="rect">
            <a:avLst/>
          </a:prstGeom>
          <a:noFill/>
          <a:ln/>
        </p:spPr>
        <p:txBody>
          <a:bodyPr vert="horz" wrap="square" lIns="0" tIns="0" rIns="0" bIns="0" rtlCol="0" anchor="t"/>
          <a:lstStyle/>
          <a:p>
            <a:pPr marL="0" indent="0" algn="l">
              <a:lnSpc>
                <a:spcPts val="1500"/>
              </a:lnSpc>
              <a:buNone/>
            </a:pPr>
            <a:r>
              <a:rPr lang="en-US" sz="1050" dirty="0">
                <a:solidFill>
                  <a:srgbClr val="6B21A8"/>
                </a:solidFill>
                <a:latin typeface="ui-sans-serif" pitchFamily="34" charset="0"/>
                <a:ea typeface="ui-sans-serif" pitchFamily="34" charset="-122"/>
                <a:cs typeface="ui-sans-serif" pitchFamily="34" charset="-120"/>
              </a:rPr>
              <a:t>Fear</a:t>
            </a:r>
            <a:endParaRPr lang="en-US" sz="1050" dirty="0"/>
          </a:p>
        </p:txBody>
      </p:sp>
      <p:sp>
        <p:nvSpPr>
          <p:cNvPr id="46" name="Text 11"/>
          <p:cNvSpPr/>
          <p:nvPr/>
        </p:nvSpPr>
        <p:spPr>
          <a:xfrm>
            <a:off x="-95250" y="5791200"/>
            <a:ext cx="662940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Ví dụ về tập dữ liệu FER2013 với nhiều biểu cảm khuôn mặt khác nhau</a:t>
            </a:r>
            <a:endParaRPr lang="en-US" sz="1050" dirty="0"/>
          </a:p>
        </p:txBody>
      </p:sp>
      <p:sp>
        <p:nvSpPr>
          <p:cNvPr id="47" name="Text 12"/>
          <p:cNvSpPr/>
          <p:nvPr/>
        </p:nvSpPr>
        <p:spPr>
          <a:xfrm>
            <a:off x="6515100" y="1181100"/>
            <a:ext cx="55245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Các kỹ thuật tăng cường dữ liệu (Data Augmentation)</a:t>
            </a:r>
            <a:endParaRPr lang="en-US" sz="1800" dirty="0"/>
          </a:p>
        </p:txBody>
      </p:sp>
      <p:sp>
        <p:nvSpPr>
          <p:cNvPr id="48" name="Text 13"/>
          <p:cNvSpPr/>
          <p:nvPr/>
        </p:nvSpPr>
        <p:spPr>
          <a:xfrm>
            <a:off x="6915150" y="2057400"/>
            <a:ext cx="3028355"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Rescale</a:t>
            </a:r>
            <a:endParaRPr lang="en-US" sz="1200" dirty="0"/>
          </a:p>
        </p:txBody>
      </p:sp>
      <p:sp>
        <p:nvSpPr>
          <p:cNvPr id="49" name="Text 14"/>
          <p:cNvSpPr/>
          <p:nvPr/>
        </p:nvSpPr>
        <p:spPr>
          <a:xfrm>
            <a:off x="6915150" y="2286000"/>
            <a:ext cx="363402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Chuẩn hóa giá trị pixel về khoảng [0, 1]</a:t>
            </a:r>
            <a:endParaRPr lang="en-US" sz="1200" dirty="0"/>
          </a:p>
        </p:txBody>
      </p:sp>
      <p:sp>
        <p:nvSpPr>
          <p:cNvPr id="50" name="Text 15"/>
          <p:cNvSpPr/>
          <p:nvPr/>
        </p:nvSpPr>
        <p:spPr>
          <a:xfrm>
            <a:off x="6915150" y="2876550"/>
            <a:ext cx="381506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Rotation_range</a:t>
            </a:r>
            <a:endParaRPr lang="en-US" sz="1200" dirty="0"/>
          </a:p>
        </p:txBody>
      </p:sp>
      <p:sp>
        <p:nvSpPr>
          <p:cNvPr id="51" name="Text 16"/>
          <p:cNvSpPr/>
          <p:nvPr/>
        </p:nvSpPr>
        <p:spPr>
          <a:xfrm>
            <a:off x="6915150" y="3105150"/>
            <a:ext cx="4578072"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Xoay ảnh ngẫu nhiên trong một khoảng nhất định</a:t>
            </a:r>
            <a:endParaRPr lang="en-US" sz="1200" dirty="0"/>
          </a:p>
        </p:txBody>
      </p:sp>
      <p:sp>
        <p:nvSpPr>
          <p:cNvPr id="52" name="Text 17"/>
          <p:cNvSpPr/>
          <p:nvPr/>
        </p:nvSpPr>
        <p:spPr>
          <a:xfrm>
            <a:off x="6915150" y="3695700"/>
            <a:ext cx="3400574"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Width/height shift</a:t>
            </a:r>
            <a:endParaRPr lang="en-US" sz="1200" dirty="0"/>
          </a:p>
        </p:txBody>
      </p:sp>
      <p:sp>
        <p:nvSpPr>
          <p:cNvPr id="53" name="Text 18"/>
          <p:cNvSpPr/>
          <p:nvPr/>
        </p:nvSpPr>
        <p:spPr>
          <a:xfrm>
            <a:off x="6915150" y="3924300"/>
            <a:ext cx="4080689"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Dịch chuyển ảnh theo chiều ngang hoặc dọc</a:t>
            </a:r>
            <a:endParaRPr lang="en-US" sz="1200" dirty="0"/>
          </a:p>
        </p:txBody>
      </p:sp>
      <p:sp>
        <p:nvSpPr>
          <p:cNvPr id="54" name="Text 19"/>
          <p:cNvSpPr/>
          <p:nvPr/>
        </p:nvSpPr>
        <p:spPr>
          <a:xfrm>
            <a:off x="6915150" y="4514850"/>
            <a:ext cx="2345829"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Horizontal flip</a:t>
            </a:r>
            <a:endParaRPr lang="en-US" sz="1200" dirty="0"/>
          </a:p>
        </p:txBody>
      </p:sp>
      <p:sp>
        <p:nvSpPr>
          <p:cNvPr id="55" name="Text 20"/>
          <p:cNvSpPr/>
          <p:nvPr/>
        </p:nvSpPr>
        <p:spPr>
          <a:xfrm>
            <a:off x="6915150" y="4743450"/>
            <a:ext cx="2345829"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Lật ảnh theo chiều ngang</a:t>
            </a:r>
            <a:endParaRPr lang="en-US" sz="1200" dirty="0"/>
          </a:p>
        </p:txBody>
      </p:sp>
      <p:sp>
        <p:nvSpPr>
          <p:cNvPr id="56" name="Text 21"/>
          <p:cNvSpPr/>
          <p:nvPr/>
        </p:nvSpPr>
        <p:spPr>
          <a:xfrm>
            <a:off x="6915150" y="5334000"/>
            <a:ext cx="296927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Zoom_range</a:t>
            </a:r>
            <a:endParaRPr lang="en-US" sz="1200" dirty="0"/>
          </a:p>
        </p:txBody>
      </p:sp>
      <p:sp>
        <p:nvSpPr>
          <p:cNvPr id="57" name="Text 22"/>
          <p:cNvSpPr/>
          <p:nvPr/>
        </p:nvSpPr>
        <p:spPr>
          <a:xfrm>
            <a:off x="6915150" y="5562600"/>
            <a:ext cx="3563124"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Phóng to hoặc thu nhỏ ảnh ngẫu nhiên</a:t>
            </a:r>
            <a:endParaRPr lang="en-US" sz="1200" dirty="0"/>
          </a:p>
        </p:txBody>
      </p:sp>
      <p:sp>
        <p:nvSpPr>
          <p:cNvPr id="58" name="Text 23"/>
          <p:cNvSpPr/>
          <p:nvPr/>
        </p:nvSpPr>
        <p:spPr>
          <a:xfrm>
            <a:off x="457200" y="6210300"/>
            <a:ext cx="132516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6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1000"/>
                                        <p:tgtEl>
                                          <p:spTgt spid="36"/>
                                        </p:tgtEl>
                                      </p:cBhvr>
                                    </p:animEffect>
                                    <p:anim calcmode="lin" valueType="num">
                                      <p:cBhvr>
                                        <p:cTn id="18" dur="1000" fill="hold"/>
                                        <p:tgtEl>
                                          <p:spTgt spid="36"/>
                                        </p:tgtEl>
                                        <p:attrNameLst>
                                          <p:attrName>ppt_x</p:attrName>
                                        </p:attrNameLst>
                                      </p:cBhvr>
                                      <p:tavLst>
                                        <p:tav tm="0">
                                          <p:val>
                                            <p:strVal val="#ppt_x"/>
                                          </p:val>
                                        </p:tav>
                                        <p:tav tm="100000">
                                          <p:val>
                                            <p:strVal val="#ppt_x"/>
                                          </p:val>
                                        </p:tav>
                                      </p:tavLst>
                                    </p:anim>
                                    <p:anim calcmode="lin" valueType="num">
                                      <p:cBhvr>
                                        <p:cTn id="19" dur="1000" fill="hold"/>
                                        <p:tgtEl>
                                          <p:spTgt spid="3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1000"/>
                                        <p:tgtEl>
                                          <p:spTgt spid="37"/>
                                        </p:tgtEl>
                                      </p:cBhvr>
                                    </p:animEffect>
                                    <p:anim calcmode="lin" valueType="num">
                                      <p:cBhvr>
                                        <p:cTn id="23" dur="1000" fill="hold"/>
                                        <p:tgtEl>
                                          <p:spTgt spid="37"/>
                                        </p:tgtEl>
                                        <p:attrNameLst>
                                          <p:attrName>ppt_x</p:attrName>
                                        </p:attrNameLst>
                                      </p:cBhvr>
                                      <p:tavLst>
                                        <p:tav tm="0">
                                          <p:val>
                                            <p:strVal val="#ppt_x"/>
                                          </p:val>
                                        </p:tav>
                                        <p:tav tm="100000">
                                          <p:val>
                                            <p:strVal val="#ppt_x"/>
                                          </p:val>
                                        </p:tav>
                                      </p:tavLst>
                                    </p:anim>
                                    <p:anim calcmode="lin" valueType="num">
                                      <p:cBhvr>
                                        <p:cTn id="24" dur="1000" fill="hold"/>
                                        <p:tgtEl>
                                          <p:spTgt spid="3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1000"/>
                                        <p:tgtEl>
                                          <p:spTgt spid="38"/>
                                        </p:tgtEl>
                                      </p:cBhvr>
                                    </p:animEffect>
                                    <p:anim calcmode="lin" valueType="num">
                                      <p:cBhvr>
                                        <p:cTn id="33" dur="1000" fill="hold"/>
                                        <p:tgtEl>
                                          <p:spTgt spid="38"/>
                                        </p:tgtEl>
                                        <p:attrNameLst>
                                          <p:attrName>ppt_x</p:attrName>
                                        </p:attrNameLst>
                                      </p:cBhvr>
                                      <p:tavLst>
                                        <p:tav tm="0">
                                          <p:val>
                                            <p:strVal val="#ppt_x"/>
                                          </p:val>
                                        </p:tav>
                                        <p:tav tm="100000">
                                          <p:val>
                                            <p:strVal val="#ppt_x"/>
                                          </p:val>
                                        </p:tav>
                                      </p:tavLst>
                                    </p:anim>
                                    <p:anim calcmode="lin" valueType="num">
                                      <p:cBhvr>
                                        <p:cTn id="34" dur="1000" fill="hold"/>
                                        <p:tgtEl>
                                          <p:spTgt spid="3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1000"/>
                                        <p:tgtEl>
                                          <p:spTgt spid="39"/>
                                        </p:tgtEl>
                                      </p:cBhvr>
                                    </p:animEffect>
                                    <p:anim calcmode="lin" valueType="num">
                                      <p:cBhvr>
                                        <p:cTn id="48" dur="1000" fill="hold"/>
                                        <p:tgtEl>
                                          <p:spTgt spid="39"/>
                                        </p:tgtEl>
                                        <p:attrNameLst>
                                          <p:attrName>ppt_x</p:attrName>
                                        </p:attrNameLst>
                                      </p:cBhvr>
                                      <p:tavLst>
                                        <p:tav tm="0">
                                          <p:val>
                                            <p:strVal val="#ppt_x"/>
                                          </p:val>
                                        </p:tav>
                                        <p:tav tm="100000">
                                          <p:val>
                                            <p:strVal val="#ppt_x"/>
                                          </p:val>
                                        </p:tav>
                                      </p:tavLst>
                                    </p:anim>
                                    <p:anim calcmode="lin" valueType="num">
                                      <p:cBhvr>
                                        <p:cTn id="49" dur="1000" fill="hold"/>
                                        <p:tgtEl>
                                          <p:spTgt spid="39"/>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1000"/>
                                        <p:tgtEl>
                                          <p:spTgt spid="40"/>
                                        </p:tgtEl>
                                      </p:cBhvr>
                                    </p:animEffect>
                                    <p:anim calcmode="lin" valueType="num">
                                      <p:cBhvr>
                                        <p:cTn id="58" dur="1000" fill="hold"/>
                                        <p:tgtEl>
                                          <p:spTgt spid="40"/>
                                        </p:tgtEl>
                                        <p:attrNameLst>
                                          <p:attrName>ppt_x</p:attrName>
                                        </p:attrNameLst>
                                      </p:cBhvr>
                                      <p:tavLst>
                                        <p:tav tm="0">
                                          <p:val>
                                            <p:strVal val="#ppt_x"/>
                                          </p:val>
                                        </p:tav>
                                        <p:tav tm="100000">
                                          <p:val>
                                            <p:strVal val="#ppt_x"/>
                                          </p:val>
                                        </p:tav>
                                      </p:tavLst>
                                    </p:anim>
                                    <p:anim calcmode="lin" valueType="num">
                                      <p:cBhvr>
                                        <p:cTn id="59" dur="1000" fill="hold"/>
                                        <p:tgtEl>
                                          <p:spTgt spid="40"/>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1000"/>
                                        <p:tgtEl>
                                          <p:spTgt spid="12"/>
                                        </p:tgtEl>
                                      </p:cBhvr>
                                    </p:animEffect>
                                    <p:anim calcmode="lin" valueType="num">
                                      <p:cBhvr>
                                        <p:cTn id="63" dur="1000" fill="hold"/>
                                        <p:tgtEl>
                                          <p:spTgt spid="12"/>
                                        </p:tgtEl>
                                        <p:attrNameLst>
                                          <p:attrName>ppt_x</p:attrName>
                                        </p:attrNameLst>
                                      </p:cBhvr>
                                      <p:tavLst>
                                        <p:tav tm="0">
                                          <p:val>
                                            <p:strVal val="#ppt_x"/>
                                          </p:val>
                                        </p:tav>
                                        <p:tav tm="100000">
                                          <p:val>
                                            <p:strVal val="#ppt_x"/>
                                          </p:val>
                                        </p:tav>
                                      </p:tavLst>
                                    </p:anim>
                                    <p:anim calcmode="lin" valueType="num">
                                      <p:cBhvr>
                                        <p:cTn id="64" dur="1000" fill="hold"/>
                                        <p:tgtEl>
                                          <p:spTgt spid="1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1000"/>
                                        <p:tgtEl>
                                          <p:spTgt spid="41"/>
                                        </p:tgtEl>
                                      </p:cBhvr>
                                    </p:animEffect>
                                    <p:anim calcmode="lin" valueType="num">
                                      <p:cBhvr>
                                        <p:cTn id="68" dur="1000" fill="hold"/>
                                        <p:tgtEl>
                                          <p:spTgt spid="41"/>
                                        </p:tgtEl>
                                        <p:attrNameLst>
                                          <p:attrName>ppt_x</p:attrName>
                                        </p:attrNameLst>
                                      </p:cBhvr>
                                      <p:tavLst>
                                        <p:tav tm="0">
                                          <p:val>
                                            <p:strVal val="#ppt_x"/>
                                          </p:val>
                                        </p:tav>
                                        <p:tav tm="100000">
                                          <p:val>
                                            <p:strVal val="#ppt_x"/>
                                          </p:val>
                                        </p:tav>
                                      </p:tavLst>
                                    </p:anim>
                                    <p:anim calcmode="lin" valueType="num">
                                      <p:cBhvr>
                                        <p:cTn id="69" dur="1000" fill="hold"/>
                                        <p:tgtEl>
                                          <p:spTgt spid="41"/>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1000"/>
                                        <p:tgtEl>
                                          <p:spTgt spid="13"/>
                                        </p:tgtEl>
                                      </p:cBhvr>
                                    </p:animEffect>
                                    <p:anim calcmode="lin" valueType="num">
                                      <p:cBhvr>
                                        <p:cTn id="73" dur="1000" fill="hold"/>
                                        <p:tgtEl>
                                          <p:spTgt spid="13"/>
                                        </p:tgtEl>
                                        <p:attrNameLst>
                                          <p:attrName>ppt_x</p:attrName>
                                        </p:attrNameLst>
                                      </p:cBhvr>
                                      <p:tavLst>
                                        <p:tav tm="0">
                                          <p:val>
                                            <p:strVal val="#ppt_x"/>
                                          </p:val>
                                        </p:tav>
                                        <p:tav tm="100000">
                                          <p:val>
                                            <p:strVal val="#ppt_x"/>
                                          </p:val>
                                        </p:tav>
                                      </p:tavLst>
                                    </p:anim>
                                    <p:anim calcmode="lin" valueType="num">
                                      <p:cBhvr>
                                        <p:cTn id="74" dur="1000" fill="hold"/>
                                        <p:tgtEl>
                                          <p:spTgt spid="1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1000"/>
                                        <p:tgtEl>
                                          <p:spTgt spid="42"/>
                                        </p:tgtEl>
                                      </p:cBhvr>
                                    </p:animEffect>
                                    <p:anim calcmode="lin" valueType="num">
                                      <p:cBhvr>
                                        <p:cTn id="78" dur="1000" fill="hold"/>
                                        <p:tgtEl>
                                          <p:spTgt spid="42"/>
                                        </p:tgtEl>
                                        <p:attrNameLst>
                                          <p:attrName>ppt_x</p:attrName>
                                        </p:attrNameLst>
                                      </p:cBhvr>
                                      <p:tavLst>
                                        <p:tav tm="0">
                                          <p:val>
                                            <p:strVal val="#ppt_x"/>
                                          </p:val>
                                        </p:tav>
                                        <p:tav tm="100000">
                                          <p:val>
                                            <p:strVal val="#ppt_x"/>
                                          </p:val>
                                        </p:tav>
                                      </p:tavLst>
                                    </p:anim>
                                    <p:anim calcmode="lin" valueType="num">
                                      <p:cBhvr>
                                        <p:cTn id="79" dur="1000" fill="hold"/>
                                        <p:tgtEl>
                                          <p:spTgt spid="42"/>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1000"/>
                                        <p:tgtEl>
                                          <p:spTgt spid="14"/>
                                        </p:tgtEl>
                                      </p:cBhvr>
                                    </p:animEffect>
                                    <p:anim calcmode="lin" valueType="num">
                                      <p:cBhvr>
                                        <p:cTn id="83" dur="1000" fill="hold"/>
                                        <p:tgtEl>
                                          <p:spTgt spid="14"/>
                                        </p:tgtEl>
                                        <p:attrNameLst>
                                          <p:attrName>ppt_x</p:attrName>
                                        </p:attrNameLst>
                                      </p:cBhvr>
                                      <p:tavLst>
                                        <p:tav tm="0">
                                          <p:val>
                                            <p:strVal val="#ppt_x"/>
                                          </p:val>
                                        </p:tav>
                                        <p:tav tm="100000">
                                          <p:val>
                                            <p:strVal val="#ppt_x"/>
                                          </p:val>
                                        </p:tav>
                                      </p:tavLst>
                                    </p:anim>
                                    <p:anim calcmode="lin" valueType="num">
                                      <p:cBhvr>
                                        <p:cTn id="84" dur="1000" fill="hold"/>
                                        <p:tgtEl>
                                          <p:spTgt spid="14"/>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1000"/>
                                        <p:tgtEl>
                                          <p:spTgt spid="43"/>
                                        </p:tgtEl>
                                      </p:cBhvr>
                                    </p:animEffect>
                                    <p:anim calcmode="lin" valueType="num">
                                      <p:cBhvr>
                                        <p:cTn id="88" dur="1000" fill="hold"/>
                                        <p:tgtEl>
                                          <p:spTgt spid="43"/>
                                        </p:tgtEl>
                                        <p:attrNameLst>
                                          <p:attrName>ppt_x</p:attrName>
                                        </p:attrNameLst>
                                      </p:cBhvr>
                                      <p:tavLst>
                                        <p:tav tm="0">
                                          <p:val>
                                            <p:strVal val="#ppt_x"/>
                                          </p:val>
                                        </p:tav>
                                        <p:tav tm="100000">
                                          <p:val>
                                            <p:strVal val="#ppt_x"/>
                                          </p:val>
                                        </p:tav>
                                      </p:tavLst>
                                    </p:anim>
                                    <p:anim calcmode="lin" valueType="num">
                                      <p:cBhvr>
                                        <p:cTn id="89" dur="1000" fill="hold"/>
                                        <p:tgtEl>
                                          <p:spTgt spid="43"/>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1000"/>
                                        <p:tgtEl>
                                          <p:spTgt spid="15"/>
                                        </p:tgtEl>
                                      </p:cBhvr>
                                    </p:animEffect>
                                    <p:anim calcmode="lin" valueType="num">
                                      <p:cBhvr>
                                        <p:cTn id="93" dur="1000" fill="hold"/>
                                        <p:tgtEl>
                                          <p:spTgt spid="15"/>
                                        </p:tgtEl>
                                        <p:attrNameLst>
                                          <p:attrName>ppt_x</p:attrName>
                                        </p:attrNameLst>
                                      </p:cBhvr>
                                      <p:tavLst>
                                        <p:tav tm="0">
                                          <p:val>
                                            <p:strVal val="#ppt_x"/>
                                          </p:val>
                                        </p:tav>
                                        <p:tav tm="100000">
                                          <p:val>
                                            <p:strVal val="#ppt_x"/>
                                          </p:val>
                                        </p:tav>
                                      </p:tavLst>
                                    </p:anim>
                                    <p:anim calcmode="lin" valueType="num">
                                      <p:cBhvr>
                                        <p:cTn id="94" dur="1000" fill="hold"/>
                                        <p:tgtEl>
                                          <p:spTgt spid="15"/>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1000"/>
                                        <p:tgtEl>
                                          <p:spTgt spid="44"/>
                                        </p:tgtEl>
                                      </p:cBhvr>
                                    </p:animEffect>
                                    <p:anim calcmode="lin" valueType="num">
                                      <p:cBhvr>
                                        <p:cTn id="98" dur="1000" fill="hold"/>
                                        <p:tgtEl>
                                          <p:spTgt spid="44"/>
                                        </p:tgtEl>
                                        <p:attrNameLst>
                                          <p:attrName>ppt_x</p:attrName>
                                        </p:attrNameLst>
                                      </p:cBhvr>
                                      <p:tavLst>
                                        <p:tav tm="0">
                                          <p:val>
                                            <p:strVal val="#ppt_x"/>
                                          </p:val>
                                        </p:tav>
                                        <p:tav tm="100000">
                                          <p:val>
                                            <p:strVal val="#ppt_x"/>
                                          </p:val>
                                        </p:tav>
                                      </p:tavLst>
                                    </p:anim>
                                    <p:anim calcmode="lin" valueType="num">
                                      <p:cBhvr>
                                        <p:cTn id="99" dur="1000" fill="hold"/>
                                        <p:tgtEl>
                                          <p:spTgt spid="44"/>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fade">
                                      <p:cBhvr>
                                        <p:cTn id="102" dur="1000"/>
                                        <p:tgtEl>
                                          <p:spTgt spid="16"/>
                                        </p:tgtEl>
                                      </p:cBhvr>
                                    </p:animEffect>
                                    <p:anim calcmode="lin" valueType="num">
                                      <p:cBhvr>
                                        <p:cTn id="103" dur="1000" fill="hold"/>
                                        <p:tgtEl>
                                          <p:spTgt spid="16"/>
                                        </p:tgtEl>
                                        <p:attrNameLst>
                                          <p:attrName>ppt_x</p:attrName>
                                        </p:attrNameLst>
                                      </p:cBhvr>
                                      <p:tavLst>
                                        <p:tav tm="0">
                                          <p:val>
                                            <p:strVal val="#ppt_x"/>
                                          </p:val>
                                        </p:tav>
                                        <p:tav tm="100000">
                                          <p:val>
                                            <p:strVal val="#ppt_x"/>
                                          </p:val>
                                        </p:tav>
                                      </p:tavLst>
                                    </p:anim>
                                    <p:anim calcmode="lin" valueType="num">
                                      <p:cBhvr>
                                        <p:cTn id="104" dur="1000" fill="hold"/>
                                        <p:tgtEl>
                                          <p:spTgt spid="16"/>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1000"/>
                                        <p:tgtEl>
                                          <p:spTgt spid="45"/>
                                        </p:tgtEl>
                                      </p:cBhvr>
                                    </p:animEffect>
                                    <p:anim calcmode="lin" valueType="num">
                                      <p:cBhvr>
                                        <p:cTn id="108" dur="1000" fill="hold"/>
                                        <p:tgtEl>
                                          <p:spTgt spid="45"/>
                                        </p:tgtEl>
                                        <p:attrNameLst>
                                          <p:attrName>ppt_x</p:attrName>
                                        </p:attrNameLst>
                                      </p:cBhvr>
                                      <p:tavLst>
                                        <p:tav tm="0">
                                          <p:val>
                                            <p:strVal val="#ppt_x"/>
                                          </p:val>
                                        </p:tav>
                                        <p:tav tm="100000">
                                          <p:val>
                                            <p:strVal val="#ppt_x"/>
                                          </p:val>
                                        </p:tav>
                                      </p:tavLst>
                                    </p:anim>
                                    <p:anim calcmode="lin" valueType="num">
                                      <p:cBhvr>
                                        <p:cTn id="109" dur="1000" fill="hold"/>
                                        <p:tgtEl>
                                          <p:spTgt spid="45"/>
                                        </p:tgtEl>
                                        <p:attrNameLst>
                                          <p:attrName>ppt_y</p:attrName>
                                        </p:attrNameLst>
                                      </p:cBhvr>
                                      <p:tavLst>
                                        <p:tav tm="0">
                                          <p:val>
                                            <p:strVal val="#ppt_y+.1"/>
                                          </p:val>
                                        </p:tav>
                                        <p:tav tm="100000">
                                          <p:val>
                                            <p:strVal val="#ppt_y"/>
                                          </p:val>
                                        </p:tav>
                                      </p:tavLst>
                                    </p:anim>
                                  </p:childTnLst>
                                </p:cTn>
                              </p:par>
                            </p:childTnLst>
                          </p:cTn>
                        </p:par>
                        <p:par>
                          <p:cTn id="110" fill="hold">
                            <p:stCondLst>
                              <p:cond delay="1000"/>
                            </p:stCondLst>
                            <p:childTnLst>
                              <p:par>
                                <p:cTn id="111" presetID="42" presetClass="entr" presetSubtype="0" fill="hold" nodeType="afterEffect">
                                  <p:stCondLst>
                                    <p:cond delay="0"/>
                                  </p:stCondLst>
                                  <p:childTnLst>
                                    <p:set>
                                      <p:cBhvr>
                                        <p:cTn id="112" dur="1" fill="hold">
                                          <p:stCondLst>
                                            <p:cond delay="0"/>
                                          </p:stCondLst>
                                        </p:cTn>
                                        <p:tgtEl>
                                          <p:spTgt spid="9"/>
                                        </p:tgtEl>
                                        <p:attrNameLst>
                                          <p:attrName>style.visibility</p:attrName>
                                        </p:attrNameLst>
                                      </p:cBhvr>
                                      <p:to>
                                        <p:strVal val="visible"/>
                                      </p:to>
                                    </p:set>
                                    <p:animEffect transition="in" filter="fade">
                                      <p:cBhvr>
                                        <p:cTn id="113" dur="1000"/>
                                        <p:tgtEl>
                                          <p:spTgt spid="9"/>
                                        </p:tgtEl>
                                      </p:cBhvr>
                                    </p:animEffect>
                                    <p:anim calcmode="lin" valueType="num">
                                      <p:cBhvr>
                                        <p:cTn id="114" dur="1000" fill="hold"/>
                                        <p:tgtEl>
                                          <p:spTgt spid="9"/>
                                        </p:tgtEl>
                                        <p:attrNameLst>
                                          <p:attrName>ppt_x</p:attrName>
                                        </p:attrNameLst>
                                      </p:cBhvr>
                                      <p:tavLst>
                                        <p:tav tm="0">
                                          <p:val>
                                            <p:strVal val="#ppt_x"/>
                                          </p:val>
                                        </p:tav>
                                        <p:tav tm="100000">
                                          <p:val>
                                            <p:strVal val="#ppt_x"/>
                                          </p:val>
                                        </p:tav>
                                      </p:tavLst>
                                    </p:anim>
                                    <p:anim calcmode="lin" valueType="num">
                                      <p:cBhvr>
                                        <p:cTn id="1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nodeType="clickEffect">
                                  <p:stCondLst>
                                    <p:cond delay="0"/>
                                  </p:stCondLst>
                                  <p:childTnLst>
                                    <p:set>
                                      <p:cBhvr>
                                        <p:cTn id="119" dur="1" fill="hold">
                                          <p:stCondLst>
                                            <p:cond delay="0"/>
                                          </p:stCondLst>
                                        </p:cTn>
                                        <p:tgtEl>
                                          <p:spTgt spid="17"/>
                                        </p:tgtEl>
                                        <p:attrNameLst>
                                          <p:attrName>style.visibility</p:attrName>
                                        </p:attrNameLst>
                                      </p:cBhvr>
                                      <p:to>
                                        <p:strVal val="visible"/>
                                      </p:to>
                                    </p:set>
                                    <p:animEffect transition="in" filter="fade">
                                      <p:cBhvr>
                                        <p:cTn id="120" dur="1000"/>
                                        <p:tgtEl>
                                          <p:spTgt spid="17"/>
                                        </p:tgtEl>
                                      </p:cBhvr>
                                    </p:animEffect>
                                    <p:anim calcmode="lin" valueType="num">
                                      <p:cBhvr>
                                        <p:cTn id="121" dur="1000" fill="hold"/>
                                        <p:tgtEl>
                                          <p:spTgt spid="17"/>
                                        </p:tgtEl>
                                        <p:attrNameLst>
                                          <p:attrName>ppt_x</p:attrName>
                                        </p:attrNameLst>
                                      </p:cBhvr>
                                      <p:tavLst>
                                        <p:tav tm="0">
                                          <p:val>
                                            <p:strVal val="#ppt_x"/>
                                          </p:val>
                                        </p:tav>
                                        <p:tav tm="100000">
                                          <p:val>
                                            <p:strVal val="#ppt_x"/>
                                          </p:val>
                                        </p:tav>
                                      </p:tavLst>
                                    </p:anim>
                                    <p:anim calcmode="lin" valueType="num">
                                      <p:cBhvr>
                                        <p:cTn id="12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fade">
                                      <p:cBhvr>
                                        <p:cTn id="127" dur="1000"/>
                                        <p:tgtEl>
                                          <p:spTgt spid="46"/>
                                        </p:tgtEl>
                                      </p:cBhvr>
                                    </p:animEffect>
                                    <p:anim calcmode="lin" valueType="num">
                                      <p:cBhvr>
                                        <p:cTn id="128" dur="1000" fill="hold"/>
                                        <p:tgtEl>
                                          <p:spTgt spid="46"/>
                                        </p:tgtEl>
                                        <p:attrNameLst>
                                          <p:attrName>ppt_x</p:attrName>
                                        </p:attrNameLst>
                                      </p:cBhvr>
                                      <p:tavLst>
                                        <p:tav tm="0">
                                          <p:val>
                                            <p:strVal val="#ppt_x"/>
                                          </p:val>
                                        </p:tav>
                                        <p:tav tm="100000">
                                          <p:val>
                                            <p:strVal val="#ppt_x"/>
                                          </p:val>
                                        </p:tav>
                                      </p:tavLst>
                                    </p:anim>
                                    <p:anim calcmode="lin" valueType="num">
                                      <p:cBhvr>
                                        <p:cTn id="12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grpId="0" nodeType="clickEffect">
                                  <p:stCondLst>
                                    <p:cond delay="0"/>
                                  </p:stCondLst>
                                  <p:childTnLst>
                                    <p:set>
                                      <p:cBhvr>
                                        <p:cTn id="133" dur="1" fill="hold">
                                          <p:stCondLst>
                                            <p:cond delay="0"/>
                                          </p:stCondLst>
                                        </p:cTn>
                                        <p:tgtEl>
                                          <p:spTgt spid="47"/>
                                        </p:tgtEl>
                                        <p:attrNameLst>
                                          <p:attrName>style.visibility</p:attrName>
                                        </p:attrNameLst>
                                      </p:cBhvr>
                                      <p:to>
                                        <p:strVal val="visible"/>
                                      </p:to>
                                    </p:set>
                                    <p:animEffect transition="in" filter="fade">
                                      <p:cBhvr>
                                        <p:cTn id="134" dur="1000"/>
                                        <p:tgtEl>
                                          <p:spTgt spid="47"/>
                                        </p:tgtEl>
                                      </p:cBhvr>
                                    </p:animEffect>
                                    <p:anim calcmode="lin" valueType="num">
                                      <p:cBhvr>
                                        <p:cTn id="135" dur="1000" fill="hold"/>
                                        <p:tgtEl>
                                          <p:spTgt spid="47"/>
                                        </p:tgtEl>
                                        <p:attrNameLst>
                                          <p:attrName>ppt_x</p:attrName>
                                        </p:attrNameLst>
                                      </p:cBhvr>
                                      <p:tavLst>
                                        <p:tav tm="0">
                                          <p:val>
                                            <p:strVal val="#ppt_x"/>
                                          </p:val>
                                        </p:tav>
                                        <p:tav tm="100000">
                                          <p:val>
                                            <p:strVal val="#ppt_x"/>
                                          </p:val>
                                        </p:tav>
                                      </p:tavLst>
                                    </p:anim>
                                    <p:anim calcmode="lin" valueType="num">
                                      <p:cBhvr>
                                        <p:cTn id="136" dur="1000" fill="hold"/>
                                        <p:tgtEl>
                                          <p:spTgt spid="47"/>
                                        </p:tgtEl>
                                        <p:attrNameLst>
                                          <p:attrName>ppt_y</p:attrName>
                                        </p:attrNameLst>
                                      </p:cBhvr>
                                      <p:tavLst>
                                        <p:tav tm="0">
                                          <p:val>
                                            <p:strVal val="#ppt_y+.1"/>
                                          </p:val>
                                        </p:tav>
                                        <p:tav tm="100000">
                                          <p:val>
                                            <p:strVal val="#ppt_y"/>
                                          </p:val>
                                        </p:tav>
                                      </p:tavLst>
                                    </p:anim>
                                  </p:childTnLst>
                                </p:cTn>
                              </p:par>
                              <p:par>
                                <p:cTn id="137" presetID="42" presetClass="entr" presetSubtype="0" fill="hold" nodeType="withEffect">
                                  <p:stCondLst>
                                    <p:cond delay="0"/>
                                  </p:stCondLst>
                                  <p:childTnLst>
                                    <p:set>
                                      <p:cBhvr>
                                        <p:cTn id="138" dur="1" fill="hold">
                                          <p:stCondLst>
                                            <p:cond delay="0"/>
                                          </p:stCondLst>
                                        </p:cTn>
                                        <p:tgtEl>
                                          <p:spTgt spid="18"/>
                                        </p:tgtEl>
                                        <p:attrNameLst>
                                          <p:attrName>style.visibility</p:attrName>
                                        </p:attrNameLst>
                                      </p:cBhvr>
                                      <p:to>
                                        <p:strVal val="visible"/>
                                      </p:to>
                                    </p:set>
                                    <p:animEffect transition="in" filter="fade">
                                      <p:cBhvr>
                                        <p:cTn id="139" dur="1000"/>
                                        <p:tgtEl>
                                          <p:spTgt spid="18"/>
                                        </p:tgtEl>
                                      </p:cBhvr>
                                    </p:animEffect>
                                    <p:anim calcmode="lin" valueType="num">
                                      <p:cBhvr>
                                        <p:cTn id="140" dur="1000" fill="hold"/>
                                        <p:tgtEl>
                                          <p:spTgt spid="18"/>
                                        </p:tgtEl>
                                        <p:attrNameLst>
                                          <p:attrName>ppt_x</p:attrName>
                                        </p:attrNameLst>
                                      </p:cBhvr>
                                      <p:tavLst>
                                        <p:tav tm="0">
                                          <p:val>
                                            <p:strVal val="#ppt_x"/>
                                          </p:val>
                                        </p:tav>
                                        <p:tav tm="100000">
                                          <p:val>
                                            <p:strVal val="#ppt_x"/>
                                          </p:val>
                                        </p:tav>
                                      </p:tavLst>
                                    </p:anim>
                                    <p:anim calcmode="lin" valueType="num">
                                      <p:cBhvr>
                                        <p:cTn id="14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nodeType="clickEffect">
                                  <p:stCondLst>
                                    <p:cond delay="0"/>
                                  </p:stCondLst>
                                  <p:childTnLst>
                                    <p:set>
                                      <p:cBhvr>
                                        <p:cTn id="145" dur="1" fill="hold">
                                          <p:stCondLst>
                                            <p:cond delay="0"/>
                                          </p:stCondLst>
                                        </p:cTn>
                                        <p:tgtEl>
                                          <p:spTgt spid="19"/>
                                        </p:tgtEl>
                                        <p:attrNameLst>
                                          <p:attrName>style.visibility</p:attrName>
                                        </p:attrNameLst>
                                      </p:cBhvr>
                                      <p:to>
                                        <p:strVal val="visible"/>
                                      </p:to>
                                    </p:set>
                                    <p:animEffect transition="in" filter="fade">
                                      <p:cBhvr>
                                        <p:cTn id="146" dur="1000"/>
                                        <p:tgtEl>
                                          <p:spTgt spid="19"/>
                                        </p:tgtEl>
                                      </p:cBhvr>
                                    </p:animEffect>
                                    <p:anim calcmode="lin" valueType="num">
                                      <p:cBhvr>
                                        <p:cTn id="147" dur="1000" fill="hold"/>
                                        <p:tgtEl>
                                          <p:spTgt spid="19"/>
                                        </p:tgtEl>
                                        <p:attrNameLst>
                                          <p:attrName>ppt_x</p:attrName>
                                        </p:attrNameLst>
                                      </p:cBhvr>
                                      <p:tavLst>
                                        <p:tav tm="0">
                                          <p:val>
                                            <p:strVal val="#ppt_x"/>
                                          </p:val>
                                        </p:tav>
                                        <p:tav tm="100000">
                                          <p:val>
                                            <p:strVal val="#ppt_x"/>
                                          </p:val>
                                        </p:tav>
                                      </p:tavLst>
                                    </p:anim>
                                    <p:anim calcmode="lin" valueType="num">
                                      <p:cBhvr>
                                        <p:cTn id="148" dur="1000" fill="hold"/>
                                        <p:tgtEl>
                                          <p:spTgt spid="19"/>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48"/>
                                        </p:tgtEl>
                                        <p:attrNameLst>
                                          <p:attrName>style.visibility</p:attrName>
                                        </p:attrNameLst>
                                      </p:cBhvr>
                                      <p:to>
                                        <p:strVal val="visible"/>
                                      </p:to>
                                    </p:set>
                                    <p:animEffect transition="in" filter="fade">
                                      <p:cBhvr>
                                        <p:cTn id="151" dur="1000"/>
                                        <p:tgtEl>
                                          <p:spTgt spid="48"/>
                                        </p:tgtEl>
                                      </p:cBhvr>
                                    </p:animEffect>
                                    <p:anim calcmode="lin" valueType="num">
                                      <p:cBhvr>
                                        <p:cTn id="152" dur="1000" fill="hold"/>
                                        <p:tgtEl>
                                          <p:spTgt spid="48"/>
                                        </p:tgtEl>
                                        <p:attrNameLst>
                                          <p:attrName>ppt_x</p:attrName>
                                        </p:attrNameLst>
                                      </p:cBhvr>
                                      <p:tavLst>
                                        <p:tav tm="0">
                                          <p:val>
                                            <p:strVal val="#ppt_x"/>
                                          </p:val>
                                        </p:tav>
                                        <p:tav tm="100000">
                                          <p:val>
                                            <p:strVal val="#ppt_x"/>
                                          </p:val>
                                        </p:tav>
                                      </p:tavLst>
                                    </p:anim>
                                    <p:anim calcmode="lin" valueType="num">
                                      <p:cBhvr>
                                        <p:cTn id="153" dur="1000" fill="hold"/>
                                        <p:tgtEl>
                                          <p:spTgt spid="48"/>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49"/>
                                        </p:tgtEl>
                                        <p:attrNameLst>
                                          <p:attrName>style.visibility</p:attrName>
                                        </p:attrNameLst>
                                      </p:cBhvr>
                                      <p:to>
                                        <p:strVal val="visible"/>
                                      </p:to>
                                    </p:set>
                                    <p:animEffect transition="in" filter="fade">
                                      <p:cBhvr>
                                        <p:cTn id="156" dur="1000"/>
                                        <p:tgtEl>
                                          <p:spTgt spid="49"/>
                                        </p:tgtEl>
                                      </p:cBhvr>
                                    </p:animEffect>
                                    <p:anim calcmode="lin" valueType="num">
                                      <p:cBhvr>
                                        <p:cTn id="157" dur="1000" fill="hold"/>
                                        <p:tgtEl>
                                          <p:spTgt spid="49"/>
                                        </p:tgtEl>
                                        <p:attrNameLst>
                                          <p:attrName>ppt_x</p:attrName>
                                        </p:attrNameLst>
                                      </p:cBhvr>
                                      <p:tavLst>
                                        <p:tav tm="0">
                                          <p:val>
                                            <p:strVal val="#ppt_x"/>
                                          </p:val>
                                        </p:tav>
                                        <p:tav tm="100000">
                                          <p:val>
                                            <p:strVal val="#ppt_x"/>
                                          </p:val>
                                        </p:tav>
                                      </p:tavLst>
                                    </p:anim>
                                    <p:anim calcmode="lin" valueType="num">
                                      <p:cBhvr>
                                        <p:cTn id="158" dur="1000" fill="hold"/>
                                        <p:tgtEl>
                                          <p:spTgt spid="49"/>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0"/>
                                  </p:stCondLst>
                                  <p:childTnLst>
                                    <p:set>
                                      <p:cBhvr>
                                        <p:cTn id="160" dur="1" fill="hold">
                                          <p:stCondLst>
                                            <p:cond delay="0"/>
                                          </p:stCondLst>
                                        </p:cTn>
                                        <p:tgtEl>
                                          <p:spTgt spid="20"/>
                                        </p:tgtEl>
                                        <p:attrNameLst>
                                          <p:attrName>style.visibility</p:attrName>
                                        </p:attrNameLst>
                                      </p:cBhvr>
                                      <p:to>
                                        <p:strVal val="visible"/>
                                      </p:to>
                                    </p:set>
                                    <p:animEffect transition="in" filter="fade">
                                      <p:cBhvr>
                                        <p:cTn id="161" dur="1000"/>
                                        <p:tgtEl>
                                          <p:spTgt spid="20"/>
                                        </p:tgtEl>
                                      </p:cBhvr>
                                    </p:animEffect>
                                    <p:anim calcmode="lin" valueType="num">
                                      <p:cBhvr>
                                        <p:cTn id="162" dur="1000" fill="hold"/>
                                        <p:tgtEl>
                                          <p:spTgt spid="20"/>
                                        </p:tgtEl>
                                        <p:attrNameLst>
                                          <p:attrName>ppt_x</p:attrName>
                                        </p:attrNameLst>
                                      </p:cBhvr>
                                      <p:tavLst>
                                        <p:tav tm="0">
                                          <p:val>
                                            <p:strVal val="#ppt_x"/>
                                          </p:val>
                                        </p:tav>
                                        <p:tav tm="100000">
                                          <p:val>
                                            <p:strVal val="#ppt_x"/>
                                          </p:val>
                                        </p:tav>
                                      </p:tavLst>
                                    </p:anim>
                                    <p:anim calcmode="lin" valueType="num">
                                      <p:cBhvr>
                                        <p:cTn id="163" dur="1000" fill="hold"/>
                                        <p:tgtEl>
                                          <p:spTgt spid="20"/>
                                        </p:tgtEl>
                                        <p:attrNameLst>
                                          <p:attrName>ppt_y</p:attrName>
                                        </p:attrNameLst>
                                      </p:cBhvr>
                                      <p:tavLst>
                                        <p:tav tm="0">
                                          <p:val>
                                            <p:strVal val="#ppt_y+.1"/>
                                          </p:val>
                                        </p:tav>
                                        <p:tav tm="100000">
                                          <p:val>
                                            <p:strVal val="#ppt_y"/>
                                          </p:val>
                                        </p:tav>
                                      </p:tavLst>
                                    </p:anim>
                                  </p:childTnLst>
                                </p:cTn>
                              </p:par>
                              <p:par>
                                <p:cTn id="164" presetID="42" presetClass="entr" presetSubtype="0" fill="hold" nodeType="withEffect">
                                  <p:stCondLst>
                                    <p:cond delay="0"/>
                                  </p:stCondLst>
                                  <p:childTnLst>
                                    <p:set>
                                      <p:cBhvr>
                                        <p:cTn id="165" dur="1" fill="hold">
                                          <p:stCondLst>
                                            <p:cond delay="0"/>
                                          </p:stCondLst>
                                        </p:cTn>
                                        <p:tgtEl>
                                          <p:spTgt spid="21"/>
                                        </p:tgtEl>
                                        <p:attrNameLst>
                                          <p:attrName>style.visibility</p:attrName>
                                        </p:attrNameLst>
                                      </p:cBhvr>
                                      <p:to>
                                        <p:strVal val="visible"/>
                                      </p:to>
                                    </p:set>
                                    <p:animEffect transition="in" filter="fade">
                                      <p:cBhvr>
                                        <p:cTn id="166" dur="1000"/>
                                        <p:tgtEl>
                                          <p:spTgt spid="21"/>
                                        </p:tgtEl>
                                      </p:cBhvr>
                                    </p:animEffect>
                                    <p:anim calcmode="lin" valueType="num">
                                      <p:cBhvr>
                                        <p:cTn id="167" dur="1000" fill="hold"/>
                                        <p:tgtEl>
                                          <p:spTgt spid="21"/>
                                        </p:tgtEl>
                                        <p:attrNameLst>
                                          <p:attrName>ppt_x</p:attrName>
                                        </p:attrNameLst>
                                      </p:cBhvr>
                                      <p:tavLst>
                                        <p:tav tm="0">
                                          <p:val>
                                            <p:strVal val="#ppt_x"/>
                                          </p:val>
                                        </p:tav>
                                        <p:tav tm="100000">
                                          <p:val>
                                            <p:strVal val="#ppt_x"/>
                                          </p:val>
                                        </p:tav>
                                      </p:tavLst>
                                    </p:anim>
                                    <p:anim calcmode="lin" valueType="num">
                                      <p:cBhvr>
                                        <p:cTn id="16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42" presetClass="entr" presetSubtype="0" fill="hold" nodeType="clickEffect">
                                  <p:stCondLst>
                                    <p:cond delay="0"/>
                                  </p:stCondLst>
                                  <p:childTnLst>
                                    <p:set>
                                      <p:cBhvr>
                                        <p:cTn id="172" dur="1" fill="hold">
                                          <p:stCondLst>
                                            <p:cond delay="0"/>
                                          </p:stCondLst>
                                        </p:cTn>
                                        <p:tgtEl>
                                          <p:spTgt spid="22"/>
                                        </p:tgtEl>
                                        <p:attrNameLst>
                                          <p:attrName>style.visibility</p:attrName>
                                        </p:attrNameLst>
                                      </p:cBhvr>
                                      <p:to>
                                        <p:strVal val="visible"/>
                                      </p:to>
                                    </p:set>
                                    <p:animEffect transition="in" filter="fade">
                                      <p:cBhvr>
                                        <p:cTn id="173" dur="1000"/>
                                        <p:tgtEl>
                                          <p:spTgt spid="22"/>
                                        </p:tgtEl>
                                      </p:cBhvr>
                                    </p:animEffect>
                                    <p:anim calcmode="lin" valueType="num">
                                      <p:cBhvr>
                                        <p:cTn id="174" dur="1000" fill="hold"/>
                                        <p:tgtEl>
                                          <p:spTgt spid="22"/>
                                        </p:tgtEl>
                                        <p:attrNameLst>
                                          <p:attrName>ppt_x</p:attrName>
                                        </p:attrNameLst>
                                      </p:cBhvr>
                                      <p:tavLst>
                                        <p:tav tm="0">
                                          <p:val>
                                            <p:strVal val="#ppt_x"/>
                                          </p:val>
                                        </p:tav>
                                        <p:tav tm="100000">
                                          <p:val>
                                            <p:strVal val="#ppt_x"/>
                                          </p:val>
                                        </p:tav>
                                      </p:tavLst>
                                    </p:anim>
                                    <p:anim calcmode="lin" valueType="num">
                                      <p:cBhvr>
                                        <p:cTn id="175" dur="1000" fill="hold"/>
                                        <p:tgtEl>
                                          <p:spTgt spid="22"/>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51"/>
                                        </p:tgtEl>
                                        <p:attrNameLst>
                                          <p:attrName>style.visibility</p:attrName>
                                        </p:attrNameLst>
                                      </p:cBhvr>
                                      <p:to>
                                        <p:strVal val="visible"/>
                                      </p:to>
                                    </p:set>
                                    <p:animEffect transition="in" filter="fade">
                                      <p:cBhvr>
                                        <p:cTn id="178" dur="1000"/>
                                        <p:tgtEl>
                                          <p:spTgt spid="51"/>
                                        </p:tgtEl>
                                      </p:cBhvr>
                                    </p:animEffect>
                                    <p:anim calcmode="lin" valueType="num">
                                      <p:cBhvr>
                                        <p:cTn id="179" dur="1000" fill="hold"/>
                                        <p:tgtEl>
                                          <p:spTgt spid="51"/>
                                        </p:tgtEl>
                                        <p:attrNameLst>
                                          <p:attrName>ppt_x</p:attrName>
                                        </p:attrNameLst>
                                      </p:cBhvr>
                                      <p:tavLst>
                                        <p:tav tm="0">
                                          <p:val>
                                            <p:strVal val="#ppt_x"/>
                                          </p:val>
                                        </p:tav>
                                        <p:tav tm="100000">
                                          <p:val>
                                            <p:strVal val="#ppt_x"/>
                                          </p:val>
                                        </p:tav>
                                      </p:tavLst>
                                    </p:anim>
                                    <p:anim calcmode="lin" valueType="num">
                                      <p:cBhvr>
                                        <p:cTn id="180" dur="1000" fill="hold"/>
                                        <p:tgtEl>
                                          <p:spTgt spid="51"/>
                                        </p:tgtEl>
                                        <p:attrNameLst>
                                          <p:attrName>ppt_y</p:attrName>
                                        </p:attrNameLst>
                                      </p:cBhvr>
                                      <p:tavLst>
                                        <p:tav tm="0">
                                          <p:val>
                                            <p:strVal val="#ppt_y+.1"/>
                                          </p:val>
                                        </p:tav>
                                        <p:tav tm="100000">
                                          <p:val>
                                            <p:strVal val="#ppt_y"/>
                                          </p:val>
                                        </p:tav>
                                      </p:tavLst>
                                    </p:anim>
                                  </p:childTnLst>
                                </p:cTn>
                              </p:par>
                              <p:par>
                                <p:cTn id="181" presetID="42" presetClass="entr" presetSubtype="0" fill="hold" grpId="0" nodeType="withEffect">
                                  <p:stCondLst>
                                    <p:cond delay="0"/>
                                  </p:stCondLst>
                                  <p:childTnLst>
                                    <p:set>
                                      <p:cBhvr>
                                        <p:cTn id="182" dur="1" fill="hold">
                                          <p:stCondLst>
                                            <p:cond delay="0"/>
                                          </p:stCondLst>
                                        </p:cTn>
                                        <p:tgtEl>
                                          <p:spTgt spid="50"/>
                                        </p:tgtEl>
                                        <p:attrNameLst>
                                          <p:attrName>style.visibility</p:attrName>
                                        </p:attrNameLst>
                                      </p:cBhvr>
                                      <p:to>
                                        <p:strVal val="visible"/>
                                      </p:to>
                                    </p:set>
                                    <p:animEffect transition="in" filter="fade">
                                      <p:cBhvr>
                                        <p:cTn id="183" dur="1000"/>
                                        <p:tgtEl>
                                          <p:spTgt spid="50"/>
                                        </p:tgtEl>
                                      </p:cBhvr>
                                    </p:animEffect>
                                    <p:anim calcmode="lin" valueType="num">
                                      <p:cBhvr>
                                        <p:cTn id="184" dur="1000" fill="hold"/>
                                        <p:tgtEl>
                                          <p:spTgt spid="50"/>
                                        </p:tgtEl>
                                        <p:attrNameLst>
                                          <p:attrName>ppt_x</p:attrName>
                                        </p:attrNameLst>
                                      </p:cBhvr>
                                      <p:tavLst>
                                        <p:tav tm="0">
                                          <p:val>
                                            <p:strVal val="#ppt_x"/>
                                          </p:val>
                                        </p:tav>
                                        <p:tav tm="100000">
                                          <p:val>
                                            <p:strVal val="#ppt_x"/>
                                          </p:val>
                                        </p:tav>
                                      </p:tavLst>
                                    </p:anim>
                                    <p:anim calcmode="lin" valueType="num">
                                      <p:cBhvr>
                                        <p:cTn id="185" dur="1000" fill="hold"/>
                                        <p:tgtEl>
                                          <p:spTgt spid="50"/>
                                        </p:tgtEl>
                                        <p:attrNameLst>
                                          <p:attrName>ppt_y</p:attrName>
                                        </p:attrNameLst>
                                      </p:cBhvr>
                                      <p:tavLst>
                                        <p:tav tm="0">
                                          <p:val>
                                            <p:strVal val="#ppt_y+.1"/>
                                          </p:val>
                                        </p:tav>
                                        <p:tav tm="100000">
                                          <p:val>
                                            <p:strVal val="#ppt_y"/>
                                          </p:val>
                                        </p:tav>
                                      </p:tavLst>
                                    </p:anim>
                                  </p:childTnLst>
                                </p:cTn>
                              </p:par>
                              <p:par>
                                <p:cTn id="186" presetID="42" presetClass="entr" presetSubtype="0" fill="hold" nodeType="withEffect">
                                  <p:stCondLst>
                                    <p:cond delay="0"/>
                                  </p:stCondLst>
                                  <p:childTnLst>
                                    <p:set>
                                      <p:cBhvr>
                                        <p:cTn id="187" dur="1" fill="hold">
                                          <p:stCondLst>
                                            <p:cond delay="0"/>
                                          </p:stCondLst>
                                        </p:cTn>
                                        <p:tgtEl>
                                          <p:spTgt spid="23"/>
                                        </p:tgtEl>
                                        <p:attrNameLst>
                                          <p:attrName>style.visibility</p:attrName>
                                        </p:attrNameLst>
                                      </p:cBhvr>
                                      <p:to>
                                        <p:strVal val="visible"/>
                                      </p:to>
                                    </p:set>
                                    <p:animEffect transition="in" filter="fade">
                                      <p:cBhvr>
                                        <p:cTn id="188" dur="1000"/>
                                        <p:tgtEl>
                                          <p:spTgt spid="23"/>
                                        </p:tgtEl>
                                      </p:cBhvr>
                                    </p:animEffect>
                                    <p:anim calcmode="lin" valueType="num">
                                      <p:cBhvr>
                                        <p:cTn id="189" dur="1000" fill="hold"/>
                                        <p:tgtEl>
                                          <p:spTgt spid="23"/>
                                        </p:tgtEl>
                                        <p:attrNameLst>
                                          <p:attrName>ppt_x</p:attrName>
                                        </p:attrNameLst>
                                      </p:cBhvr>
                                      <p:tavLst>
                                        <p:tav tm="0">
                                          <p:val>
                                            <p:strVal val="#ppt_x"/>
                                          </p:val>
                                        </p:tav>
                                        <p:tav tm="100000">
                                          <p:val>
                                            <p:strVal val="#ppt_x"/>
                                          </p:val>
                                        </p:tav>
                                      </p:tavLst>
                                    </p:anim>
                                    <p:anim calcmode="lin" valueType="num">
                                      <p:cBhvr>
                                        <p:cTn id="190" dur="1000" fill="hold"/>
                                        <p:tgtEl>
                                          <p:spTgt spid="23"/>
                                        </p:tgtEl>
                                        <p:attrNameLst>
                                          <p:attrName>ppt_y</p:attrName>
                                        </p:attrNameLst>
                                      </p:cBhvr>
                                      <p:tavLst>
                                        <p:tav tm="0">
                                          <p:val>
                                            <p:strVal val="#ppt_y+.1"/>
                                          </p:val>
                                        </p:tav>
                                        <p:tav tm="100000">
                                          <p:val>
                                            <p:strVal val="#ppt_y"/>
                                          </p:val>
                                        </p:tav>
                                      </p:tavLst>
                                    </p:anim>
                                  </p:childTnLst>
                                </p:cTn>
                              </p:par>
                              <p:par>
                                <p:cTn id="191" presetID="42" presetClass="entr" presetSubtype="0" fill="hold" nodeType="withEffect">
                                  <p:stCondLst>
                                    <p:cond delay="0"/>
                                  </p:stCondLst>
                                  <p:childTnLst>
                                    <p:set>
                                      <p:cBhvr>
                                        <p:cTn id="192" dur="1" fill="hold">
                                          <p:stCondLst>
                                            <p:cond delay="0"/>
                                          </p:stCondLst>
                                        </p:cTn>
                                        <p:tgtEl>
                                          <p:spTgt spid="24"/>
                                        </p:tgtEl>
                                        <p:attrNameLst>
                                          <p:attrName>style.visibility</p:attrName>
                                        </p:attrNameLst>
                                      </p:cBhvr>
                                      <p:to>
                                        <p:strVal val="visible"/>
                                      </p:to>
                                    </p:set>
                                    <p:animEffect transition="in" filter="fade">
                                      <p:cBhvr>
                                        <p:cTn id="193" dur="1000"/>
                                        <p:tgtEl>
                                          <p:spTgt spid="24"/>
                                        </p:tgtEl>
                                      </p:cBhvr>
                                    </p:animEffect>
                                    <p:anim calcmode="lin" valueType="num">
                                      <p:cBhvr>
                                        <p:cTn id="194" dur="1000" fill="hold"/>
                                        <p:tgtEl>
                                          <p:spTgt spid="24"/>
                                        </p:tgtEl>
                                        <p:attrNameLst>
                                          <p:attrName>ppt_x</p:attrName>
                                        </p:attrNameLst>
                                      </p:cBhvr>
                                      <p:tavLst>
                                        <p:tav tm="0">
                                          <p:val>
                                            <p:strVal val="#ppt_x"/>
                                          </p:val>
                                        </p:tav>
                                        <p:tav tm="100000">
                                          <p:val>
                                            <p:strVal val="#ppt_x"/>
                                          </p:val>
                                        </p:tav>
                                      </p:tavLst>
                                    </p:anim>
                                    <p:anim calcmode="lin" valueType="num">
                                      <p:cBhvr>
                                        <p:cTn id="19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98" presetID="42" presetClass="entr" presetSubtype="0" fill="hold" nodeType="clickEffect">
                                  <p:stCondLst>
                                    <p:cond delay="0"/>
                                  </p:stCondLst>
                                  <p:childTnLst>
                                    <p:set>
                                      <p:cBhvr>
                                        <p:cTn id="199" dur="1" fill="hold">
                                          <p:stCondLst>
                                            <p:cond delay="0"/>
                                          </p:stCondLst>
                                        </p:cTn>
                                        <p:tgtEl>
                                          <p:spTgt spid="25"/>
                                        </p:tgtEl>
                                        <p:attrNameLst>
                                          <p:attrName>style.visibility</p:attrName>
                                        </p:attrNameLst>
                                      </p:cBhvr>
                                      <p:to>
                                        <p:strVal val="visible"/>
                                      </p:to>
                                    </p:set>
                                    <p:animEffect transition="in" filter="fade">
                                      <p:cBhvr>
                                        <p:cTn id="200" dur="1000"/>
                                        <p:tgtEl>
                                          <p:spTgt spid="25"/>
                                        </p:tgtEl>
                                      </p:cBhvr>
                                    </p:animEffect>
                                    <p:anim calcmode="lin" valueType="num">
                                      <p:cBhvr>
                                        <p:cTn id="201" dur="1000" fill="hold"/>
                                        <p:tgtEl>
                                          <p:spTgt spid="25"/>
                                        </p:tgtEl>
                                        <p:attrNameLst>
                                          <p:attrName>ppt_x</p:attrName>
                                        </p:attrNameLst>
                                      </p:cBhvr>
                                      <p:tavLst>
                                        <p:tav tm="0">
                                          <p:val>
                                            <p:strVal val="#ppt_x"/>
                                          </p:val>
                                        </p:tav>
                                        <p:tav tm="100000">
                                          <p:val>
                                            <p:strVal val="#ppt_x"/>
                                          </p:val>
                                        </p:tav>
                                      </p:tavLst>
                                    </p:anim>
                                    <p:anim calcmode="lin" valueType="num">
                                      <p:cBhvr>
                                        <p:cTn id="202" dur="1000" fill="hold"/>
                                        <p:tgtEl>
                                          <p:spTgt spid="25"/>
                                        </p:tgtEl>
                                        <p:attrNameLst>
                                          <p:attrName>ppt_y</p:attrName>
                                        </p:attrNameLst>
                                      </p:cBhvr>
                                      <p:tavLst>
                                        <p:tav tm="0">
                                          <p:val>
                                            <p:strVal val="#ppt_y+.1"/>
                                          </p:val>
                                        </p:tav>
                                        <p:tav tm="100000">
                                          <p:val>
                                            <p:strVal val="#ppt_y"/>
                                          </p:val>
                                        </p:tav>
                                      </p:tavLst>
                                    </p:anim>
                                  </p:childTnLst>
                                </p:cTn>
                              </p:par>
                              <p:par>
                                <p:cTn id="203" presetID="42" presetClass="entr" presetSubtype="0" fill="hold" grpId="0" nodeType="withEffect">
                                  <p:stCondLst>
                                    <p:cond delay="0"/>
                                  </p:stCondLst>
                                  <p:childTnLst>
                                    <p:set>
                                      <p:cBhvr>
                                        <p:cTn id="204" dur="1" fill="hold">
                                          <p:stCondLst>
                                            <p:cond delay="0"/>
                                          </p:stCondLst>
                                        </p:cTn>
                                        <p:tgtEl>
                                          <p:spTgt spid="53"/>
                                        </p:tgtEl>
                                        <p:attrNameLst>
                                          <p:attrName>style.visibility</p:attrName>
                                        </p:attrNameLst>
                                      </p:cBhvr>
                                      <p:to>
                                        <p:strVal val="visible"/>
                                      </p:to>
                                    </p:set>
                                    <p:animEffect transition="in" filter="fade">
                                      <p:cBhvr>
                                        <p:cTn id="205" dur="1000"/>
                                        <p:tgtEl>
                                          <p:spTgt spid="53"/>
                                        </p:tgtEl>
                                      </p:cBhvr>
                                    </p:animEffect>
                                    <p:anim calcmode="lin" valueType="num">
                                      <p:cBhvr>
                                        <p:cTn id="206" dur="1000" fill="hold"/>
                                        <p:tgtEl>
                                          <p:spTgt spid="53"/>
                                        </p:tgtEl>
                                        <p:attrNameLst>
                                          <p:attrName>ppt_x</p:attrName>
                                        </p:attrNameLst>
                                      </p:cBhvr>
                                      <p:tavLst>
                                        <p:tav tm="0">
                                          <p:val>
                                            <p:strVal val="#ppt_x"/>
                                          </p:val>
                                        </p:tav>
                                        <p:tav tm="100000">
                                          <p:val>
                                            <p:strVal val="#ppt_x"/>
                                          </p:val>
                                        </p:tav>
                                      </p:tavLst>
                                    </p:anim>
                                    <p:anim calcmode="lin" valueType="num">
                                      <p:cBhvr>
                                        <p:cTn id="207" dur="1000" fill="hold"/>
                                        <p:tgtEl>
                                          <p:spTgt spid="53"/>
                                        </p:tgtEl>
                                        <p:attrNameLst>
                                          <p:attrName>ppt_y</p:attrName>
                                        </p:attrNameLst>
                                      </p:cBhvr>
                                      <p:tavLst>
                                        <p:tav tm="0">
                                          <p:val>
                                            <p:strVal val="#ppt_y+.1"/>
                                          </p:val>
                                        </p:tav>
                                        <p:tav tm="100000">
                                          <p:val>
                                            <p:strVal val="#ppt_y"/>
                                          </p:val>
                                        </p:tav>
                                      </p:tavLst>
                                    </p:anim>
                                  </p:childTnLst>
                                </p:cTn>
                              </p:par>
                              <p:par>
                                <p:cTn id="208" presetID="42" presetClass="entr" presetSubtype="0" fill="hold" grpId="0" nodeType="withEffect">
                                  <p:stCondLst>
                                    <p:cond delay="0"/>
                                  </p:stCondLst>
                                  <p:childTnLst>
                                    <p:set>
                                      <p:cBhvr>
                                        <p:cTn id="209" dur="1" fill="hold">
                                          <p:stCondLst>
                                            <p:cond delay="0"/>
                                          </p:stCondLst>
                                        </p:cTn>
                                        <p:tgtEl>
                                          <p:spTgt spid="52"/>
                                        </p:tgtEl>
                                        <p:attrNameLst>
                                          <p:attrName>style.visibility</p:attrName>
                                        </p:attrNameLst>
                                      </p:cBhvr>
                                      <p:to>
                                        <p:strVal val="visible"/>
                                      </p:to>
                                    </p:set>
                                    <p:animEffect transition="in" filter="fade">
                                      <p:cBhvr>
                                        <p:cTn id="210" dur="1000"/>
                                        <p:tgtEl>
                                          <p:spTgt spid="52"/>
                                        </p:tgtEl>
                                      </p:cBhvr>
                                    </p:animEffect>
                                    <p:anim calcmode="lin" valueType="num">
                                      <p:cBhvr>
                                        <p:cTn id="211" dur="1000" fill="hold"/>
                                        <p:tgtEl>
                                          <p:spTgt spid="52"/>
                                        </p:tgtEl>
                                        <p:attrNameLst>
                                          <p:attrName>ppt_x</p:attrName>
                                        </p:attrNameLst>
                                      </p:cBhvr>
                                      <p:tavLst>
                                        <p:tav tm="0">
                                          <p:val>
                                            <p:strVal val="#ppt_x"/>
                                          </p:val>
                                        </p:tav>
                                        <p:tav tm="100000">
                                          <p:val>
                                            <p:strVal val="#ppt_x"/>
                                          </p:val>
                                        </p:tav>
                                      </p:tavLst>
                                    </p:anim>
                                    <p:anim calcmode="lin" valueType="num">
                                      <p:cBhvr>
                                        <p:cTn id="212" dur="1000" fill="hold"/>
                                        <p:tgtEl>
                                          <p:spTgt spid="52"/>
                                        </p:tgtEl>
                                        <p:attrNameLst>
                                          <p:attrName>ppt_y</p:attrName>
                                        </p:attrNameLst>
                                      </p:cBhvr>
                                      <p:tavLst>
                                        <p:tav tm="0">
                                          <p:val>
                                            <p:strVal val="#ppt_y+.1"/>
                                          </p:val>
                                        </p:tav>
                                        <p:tav tm="100000">
                                          <p:val>
                                            <p:strVal val="#ppt_y"/>
                                          </p:val>
                                        </p:tav>
                                      </p:tavLst>
                                    </p:anim>
                                  </p:childTnLst>
                                </p:cTn>
                              </p:par>
                              <p:par>
                                <p:cTn id="213" presetID="42" presetClass="entr" presetSubtype="0" fill="hold" nodeType="withEffect">
                                  <p:stCondLst>
                                    <p:cond delay="0"/>
                                  </p:stCondLst>
                                  <p:childTnLst>
                                    <p:set>
                                      <p:cBhvr>
                                        <p:cTn id="214" dur="1" fill="hold">
                                          <p:stCondLst>
                                            <p:cond delay="0"/>
                                          </p:stCondLst>
                                        </p:cTn>
                                        <p:tgtEl>
                                          <p:spTgt spid="26"/>
                                        </p:tgtEl>
                                        <p:attrNameLst>
                                          <p:attrName>style.visibility</p:attrName>
                                        </p:attrNameLst>
                                      </p:cBhvr>
                                      <p:to>
                                        <p:strVal val="visible"/>
                                      </p:to>
                                    </p:set>
                                    <p:animEffect transition="in" filter="fade">
                                      <p:cBhvr>
                                        <p:cTn id="215" dur="1000"/>
                                        <p:tgtEl>
                                          <p:spTgt spid="26"/>
                                        </p:tgtEl>
                                      </p:cBhvr>
                                    </p:animEffect>
                                    <p:anim calcmode="lin" valueType="num">
                                      <p:cBhvr>
                                        <p:cTn id="216" dur="1000" fill="hold"/>
                                        <p:tgtEl>
                                          <p:spTgt spid="26"/>
                                        </p:tgtEl>
                                        <p:attrNameLst>
                                          <p:attrName>ppt_x</p:attrName>
                                        </p:attrNameLst>
                                      </p:cBhvr>
                                      <p:tavLst>
                                        <p:tav tm="0">
                                          <p:val>
                                            <p:strVal val="#ppt_x"/>
                                          </p:val>
                                        </p:tav>
                                        <p:tav tm="100000">
                                          <p:val>
                                            <p:strVal val="#ppt_x"/>
                                          </p:val>
                                        </p:tav>
                                      </p:tavLst>
                                    </p:anim>
                                    <p:anim calcmode="lin" valueType="num">
                                      <p:cBhvr>
                                        <p:cTn id="217" dur="1000" fill="hold"/>
                                        <p:tgtEl>
                                          <p:spTgt spid="26"/>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9" dur="1" fill="hold">
                                          <p:stCondLst>
                                            <p:cond delay="0"/>
                                          </p:stCondLst>
                                        </p:cTn>
                                        <p:tgtEl>
                                          <p:spTgt spid="27"/>
                                        </p:tgtEl>
                                        <p:attrNameLst>
                                          <p:attrName>style.visibility</p:attrName>
                                        </p:attrNameLst>
                                      </p:cBhvr>
                                      <p:to>
                                        <p:strVal val="visible"/>
                                      </p:to>
                                    </p:set>
                                    <p:animEffect transition="in" filter="fade">
                                      <p:cBhvr>
                                        <p:cTn id="220" dur="1000"/>
                                        <p:tgtEl>
                                          <p:spTgt spid="27"/>
                                        </p:tgtEl>
                                      </p:cBhvr>
                                    </p:animEffect>
                                    <p:anim calcmode="lin" valueType="num">
                                      <p:cBhvr>
                                        <p:cTn id="221" dur="1000" fill="hold"/>
                                        <p:tgtEl>
                                          <p:spTgt spid="27"/>
                                        </p:tgtEl>
                                        <p:attrNameLst>
                                          <p:attrName>ppt_x</p:attrName>
                                        </p:attrNameLst>
                                      </p:cBhvr>
                                      <p:tavLst>
                                        <p:tav tm="0">
                                          <p:val>
                                            <p:strVal val="#ppt_x"/>
                                          </p:val>
                                        </p:tav>
                                        <p:tav tm="100000">
                                          <p:val>
                                            <p:strVal val="#ppt_x"/>
                                          </p:val>
                                        </p:tav>
                                      </p:tavLst>
                                    </p:anim>
                                    <p:anim calcmode="lin" valueType="num">
                                      <p:cBhvr>
                                        <p:cTn id="22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23" fill="hold">
                      <p:stCondLst>
                        <p:cond delay="indefinite"/>
                      </p:stCondLst>
                      <p:childTnLst>
                        <p:par>
                          <p:cTn id="224" fill="hold">
                            <p:stCondLst>
                              <p:cond delay="0"/>
                            </p:stCondLst>
                            <p:childTnLst>
                              <p:par>
                                <p:cTn id="225" presetID="42" presetClass="entr" presetSubtype="0" fill="hold" nodeType="clickEffect">
                                  <p:stCondLst>
                                    <p:cond delay="0"/>
                                  </p:stCondLst>
                                  <p:childTnLst>
                                    <p:set>
                                      <p:cBhvr>
                                        <p:cTn id="226" dur="1" fill="hold">
                                          <p:stCondLst>
                                            <p:cond delay="0"/>
                                          </p:stCondLst>
                                        </p:cTn>
                                        <p:tgtEl>
                                          <p:spTgt spid="28"/>
                                        </p:tgtEl>
                                        <p:attrNameLst>
                                          <p:attrName>style.visibility</p:attrName>
                                        </p:attrNameLst>
                                      </p:cBhvr>
                                      <p:to>
                                        <p:strVal val="visible"/>
                                      </p:to>
                                    </p:set>
                                    <p:animEffect transition="in" filter="fade">
                                      <p:cBhvr>
                                        <p:cTn id="227" dur="1000"/>
                                        <p:tgtEl>
                                          <p:spTgt spid="28"/>
                                        </p:tgtEl>
                                      </p:cBhvr>
                                    </p:animEffect>
                                    <p:anim calcmode="lin" valueType="num">
                                      <p:cBhvr>
                                        <p:cTn id="228" dur="1000" fill="hold"/>
                                        <p:tgtEl>
                                          <p:spTgt spid="28"/>
                                        </p:tgtEl>
                                        <p:attrNameLst>
                                          <p:attrName>ppt_x</p:attrName>
                                        </p:attrNameLst>
                                      </p:cBhvr>
                                      <p:tavLst>
                                        <p:tav tm="0">
                                          <p:val>
                                            <p:strVal val="#ppt_x"/>
                                          </p:val>
                                        </p:tav>
                                        <p:tav tm="100000">
                                          <p:val>
                                            <p:strVal val="#ppt_x"/>
                                          </p:val>
                                        </p:tav>
                                      </p:tavLst>
                                    </p:anim>
                                    <p:anim calcmode="lin" valueType="num">
                                      <p:cBhvr>
                                        <p:cTn id="229" dur="1000" fill="hold"/>
                                        <p:tgtEl>
                                          <p:spTgt spid="28"/>
                                        </p:tgtEl>
                                        <p:attrNameLst>
                                          <p:attrName>ppt_y</p:attrName>
                                        </p:attrNameLst>
                                      </p:cBhvr>
                                      <p:tavLst>
                                        <p:tav tm="0">
                                          <p:val>
                                            <p:strVal val="#ppt_y+.1"/>
                                          </p:val>
                                        </p:tav>
                                        <p:tav tm="100000">
                                          <p:val>
                                            <p:strVal val="#ppt_y"/>
                                          </p:val>
                                        </p:tav>
                                      </p:tavLst>
                                    </p:anim>
                                  </p:childTnLst>
                                </p:cTn>
                              </p:par>
                              <p:par>
                                <p:cTn id="230" presetID="42" presetClass="entr" presetSubtype="0" fill="hold" grpId="0" nodeType="withEffect">
                                  <p:stCondLst>
                                    <p:cond delay="0"/>
                                  </p:stCondLst>
                                  <p:childTnLst>
                                    <p:set>
                                      <p:cBhvr>
                                        <p:cTn id="231" dur="1" fill="hold">
                                          <p:stCondLst>
                                            <p:cond delay="0"/>
                                          </p:stCondLst>
                                        </p:cTn>
                                        <p:tgtEl>
                                          <p:spTgt spid="55"/>
                                        </p:tgtEl>
                                        <p:attrNameLst>
                                          <p:attrName>style.visibility</p:attrName>
                                        </p:attrNameLst>
                                      </p:cBhvr>
                                      <p:to>
                                        <p:strVal val="visible"/>
                                      </p:to>
                                    </p:set>
                                    <p:animEffect transition="in" filter="fade">
                                      <p:cBhvr>
                                        <p:cTn id="232" dur="1000"/>
                                        <p:tgtEl>
                                          <p:spTgt spid="55"/>
                                        </p:tgtEl>
                                      </p:cBhvr>
                                    </p:animEffect>
                                    <p:anim calcmode="lin" valueType="num">
                                      <p:cBhvr>
                                        <p:cTn id="233" dur="1000" fill="hold"/>
                                        <p:tgtEl>
                                          <p:spTgt spid="55"/>
                                        </p:tgtEl>
                                        <p:attrNameLst>
                                          <p:attrName>ppt_x</p:attrName>
                                        </p:attrNameLst>
                                      </p:cBhvr>
                                      <p:tavLst>
                                        <p:tav tm="0">
                                          <p:val>
                                            <p:strVal val="#ppt_x"/>
                                          </p:val>
                                        </p:tav>
                                        <p:tav tm="100000">
                                          <p:val>
                                            <p:strVal val="#ppt_x"/>
                                          </p:val>
                                        </p:tav>
                                      </p:tavLst>
                                    </p:anim>
                                    <p:anim calcmode="lin" valueType="num">
                                      <p:cBhvr>
                                        <p:cTn id="234" dur="1000" fill="hold"/>
                                        <p:tgtEl>
                                          <p:spTgt spid="55"/>
                                        </p:tgtEl>
                                        <p:attrNameLst>
                                          <p:attrName>ppt_y</p:attrName>
                                        </p:attrNameLst>
                                      </p:cBhvr>
                                      <p:tavLst>
                                        <p:tav tm="0">
                                          <p:val>
                                            <p:strVal val="#ppt_y+.1"/>
                                          </p:val>
                                        </p:tav>
                                        <p:tav tm="100000">
                                          <p:val>
                                            <p:strVal val="#ppt_y"/>
                                          </p:val>
                                        </p:tav>
                                      </p:tavLst>
                                    </p:anim>
                                  </p:childTnLst>
                                </p:cTn>
                              </p:par>
                              <p:par>
                                <p:cTn id="235" presetID="42" presetClass="entr" presetSubtype="0" fill="hold" grpId="0" nodeType="withEffect">
                                  <p:stCondLst>
                                    <p:cond delay="0"/>
                                  </p:stCondLst>
                                  <p:childTnLst>
                                    <p:set>
                                      <p:cBhvr>
                                        <p:cTn id="236" dur="1" fill="hold">
                                          <p:stCondLst>
                                            <p:cond delay="0"/>
                                          </p:stCondLst>
                                        </p:cTn>
                                        <p:tgtEl>
                                          <p:spTgt spid="54"/>
                                        </p:tgtEl>
                                        <p:attrNameLst>
                                          <p:attrName>style.visibility</p:attrName>
                                        </p:attrNameLst>
                                      </p:cBhvr>
                                      <p:to>
                                        <p:strVal val="visible"/>
                                      </p:to>
                                    </p:set>
                                    <p:animEffect transition="in" filter="fade">
                                      <p:cBhvr>
                                        <p:cTn id="237" dur="1000"/>
                                        <p:tgtEl>
                                          <p:spTgt spid="54"/>
                                        </p:tgtEl>
                                      </p:cBhvr>
                                    </p:animEffect>
                                    <p:anim calcmode="lin" valueType="num">
                                      <p:cBhvr>
                                        <p:cTn id="238" dur="1000" fill="hold"/>
                                        <p:tgtEl>
                                          <p:spTgt spid="54"/>
                                        </p:tgtEl>
                                        <p:attrNameLst>
                                          <p:attrName>ppt_x</p:attrName>
                                        </p:attrNameLst>
                                      </p:cBhvr>
                                      <p:tavLst>
                                        <p:tav tm="0">
                                          <p:val>
                                            <p:strVal val="#ppt_x"/>
                                          </p:val>
                                        </p:tav>
                                        <p:tav tm="100000">
                                          <p:val>
                                            <p:strVal val="#ppt_x"/>
                                          </p:val>
                                        </p:tav>
                                      </p:tavLst>
                                    </p:anim>
                                    <p:anim calcmode="lin" valueType="num">
                                      <p:cBhvr>
                                        <p:cTn id="239" dur="1000" fill="hold"/>
                                        <p:tgtEl>
                                          <p:spTgt spid="54"/>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41" dur="1" fill="hold">
                                          <p:stCondLst>
                                            <p:cond delay="0"/>
                                          </p:stCondLst>
                                        </p:cTn>
                                        <p:tgtEl>
                                          <p:spTgt spid="29"/>
                                        </p:tgtEl>
                                        <p:attrNameLst>
                                          <p:attrName>style.visibility</p:attrName>
                                        </p:attrNameLst>
                                      </p:cBhvr>
                                      <p:to>
                                        <p:strVal val="visible"/>
                                      </p:to>
                                    </p:set>
                                    <p:animEffect transition="in" filter="fade">
                                      <p:cBhvr>
                                        <p:cTn id="242" dur="1000"/>
                                        <p:tgtEl>
                                          <p:spTgt spid="29"/>
                                        </p:tgtEl>
                                      </p:cBhvr>
                                    </p:animEffect>
                                    <p:anim calcmode="lin" valueType="num">
                                      <p:cBhvr>
                                        <p:cTn id="243" dur="1000" fill="hold"/>
                                        <p:tgtEl>
                                          <p:spTgt spid="29"/>
                                        </p:tgtEl>
                                        <p:attrNameLst>
                                          <p:attrName>ppt_x</p:attrName>
                                        </p:attrNameLst>
                                      </p:cBhvr>
                                      <p:tavLst>
                                        <p:tav tm="0">
                                          <p:val>
                                            <p:strVal val="#ppt_x"/>
                                          </p:val>
                                        </p:tav>
                                        <p:tav tm="100000">
                                          <p:val>
                                            <p:strVal val="#ppt_x"/>
                                          </p:val>
                                        </p:tav>
                                      </p:tavLst>
                                    </p:anim>
                                    <p:anim calcmode="lin" valueType="num">
                                      <p:cBhvr>
                                        <p:cTn id="244" dur="1000" fill="hold"/>
                                        <p:tgtEl>
                                          <p:spTgt spid="29"/>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6" dur="1" fill="hold">
                                          <p:stCondLst>
                                            <p:cond delay="0"/>
                                          </p:stCondLst>
                                        </p:cTn>
                                        <p:tgtEl>
                                          <p:spTgt spid="30"/>
                                        </p:tgtEl>
                                        <p:attrNameLst>
                                          <p:attrName>style.visibility</p:attrName>
                                        </p:attrNameLst>
                                      </p:cBhvr>
                                      <p:to>
                                        <p:strVal val="visible"/>
                                      </p:to>
                                    </p:set>
                                    <p:animEffect transition="in" filter="fade">
                                      <p:cBhvr>
                                        <p:cTn id="247" dur="1000"/>
                                        <p:tgtEl>
                                          <p:spTgt spid="30"/>
                                        </p:tgtEl>
                                      </p:cBhvr>
                                    </p:animEffect>
                                    <p:anim calcmode="lin" valueType="num">
                                      <p:cBhvr>
                                        <p:cTn id="248" dur="1000" fill="hold"/>
                                        <p:tgtEl>
                                          <p:spTgt spid="30"/>
                                        </p:tgtEl>
                                        <p:attrNameLst>
                                          <p:attrName>ppt_x</p:attrName>
                                        </p:attrNameLst>
                                      </p:cBhvr>
                                      <p:tavLst>
                                        <p:tav tm="0">
                                          <p:val>
                                            <p:strVal val="#ppt_x"/>
                                          </p:val>
                                        </p:tav>
                                        <p:tav tm="100000">
                                          <p:val>
                                            <p:strVal val="#ppt_x"/>
                                          </p:val>
                                        </p:tav>
                                      </p:tavLst>
                                    </p:anim>
                                    <p:anim calcmode="lin" valueType="num">
                                      <p:cBhvr>
                                        <p:cTn id="24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50" fill="hold">
                      <p:stCondLst>
                        <p:cond delay="indefinite"/>
                      </p:stCondLst>
                      <p:childTnLst>
                        <p:par>
                          <p:cTn id="251" fill="hold">
                            <p:stCondLst>
                              <p:cond delay="0"/>
                            </p:stCondLst>
                            <p:childTnLst>
                              <p:par>
                                <p:cTn id="252" presetID="42" presetClass="entr" presetSubtype="0" fill="hold" nodeType="clickEffect">
                                  <p:stCondLst>
                                    <p:cond delay="0"/>
                                  </p:stCondLst>
                                  <p:childTnLst>
                                    <p:set>
                                      <p:cBhvr>
                                        <p:cTn id="253" dur="1" fill="hold">
                                          <p:stCondLst>
                                            <p:cond delay="0"/>
                                          </p:stCondLst>
                                        </p:cTn>
                                        <p:tgtEl>
                                          <p:spTgt spid="31"/>
                                        </p:tgtEl>
                                        <p:attrNameLst>
                                          <p:attrName>style.visibility</p:attrName>
                                        </p:attrNameLst>
                                      </p:cBhvr>
                                      <p:to>
                                        <p:strVal val="visible"/>
                                      </p:to>
                                    </p:set>
                                    <p:animEffect transition="in" filter="fade">
                                      <p:cBhvr>
                                        <p:cTn id="254" dur="1000"/>
                                        <p:tgtEl>
                                          <p:spTgt spid="31"/>
                                        </p:tgtEl>
                                      </p:cBhvr>
                                    </p:animEffect>
                                    <p:anim calcmode="lin" valueType="num">
                                      <p:cBhvr>
                                        <p:cTn id="255" dur="1000" fill="hold"/>
                                        <p:tgtEl>
                                          <p:spTgt spid="31"/>
                                        </p:tgtEl>
                                        <p:attrNameLst>
                                          <p:attrName>ppt_x</p:attrName>
                                        </p:attrNameLst>
                                      </p:cBhvr>
                                      <p:tavLst>
                                        <p:tav tm="0">
                                          <p:val>
                                            <p:strVal val="#ppt_x"/>
                                          </p:val>
                                        </p:tav>
                                        <p:tav tm="100000">
                                          <p:val>
                                            <p:strVal val="#ppt_x"/>
                                          </p:val>
                                        </p:tav>
                                      </p:tavLst>
                                    </p:anim>
                                    <p:anim calcmode="lin" valueType="num">
                                      <p:cBhvr>
                                        <p:cTn id="256" dur="1000" fill="hold"/>
                                        <p:tgtEl>
                                          <p:spTgt spid="31"/>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0"/>
                                  </p:stCondLst>
                                  <p:childTnLst>
                                    <p:set>
                                      <p:cBhvr>
                                        <p:cTn id="258" dur="1" fill="hold">
                                          <p:stCondLst>
                                            <p:cond delay="0"/>
                                          </p:stCondLst>
                                        </p:cTn>
                                        <p:tgtEl>
                                          <p:spTgt spid="57"/>
                                        </p:tgtEl>
                                        <p:attrNameLst>
                                          <p:attrName>style.visibility</p:attrName>
                                        </p:attrNameLst>
                                      </p:cBhvr>
                                      <p:to>
                                        <p:strVal val="visible"/>
                                      </p:to>
                                    </p:set>
                                    <p:animEffect transition="in" filter="fade">
                                      <p:cBhvr>
                                        <p:cTn id="259" dur="1000"/>
                                        <p:tgtEl>
                                          <p:spTgt spid="57"/>
                                        </p:tgtEl>
                                      </p:cBhvr>
                                    </p:animEffect>
                                    <p:anim calcmode="lin" valueType="num">
                                      <p:cBhvr>
                                        <p:cTn id="260" dur="1000" fill="hold"/>
                                        <p:tgtEl>
                                          <p:spTgt spid="57"/>
                                        </p:tgtEl>
                                        <p:attrNameLst>
                                          <p:attrName>ppt_x</p:attrName>
                                        </p:attrNameLst>
                                      </p:cBhvr>
                                      <p:tavLst>
                                        <p:tav tm="0">
                                          <p:val>
                                            <p:strVal val="#ppt_x"/>
                                          </p:val>
                                        </p:tav>
                                        <p:tav tm="100000">
                                          <p:val>
                                            <p:strVal val="#ppt_x"/>
                                          </p:val>
                                        </p:tav>
                                      </p:tavLst>
                                    </p:anim>
                                    <p:anim calcmode="lin" valueType="num">
                                      <p:cBhvr>
                                        <p:cTn id="261" dur="1000" fill="hold"/>
                                        <p:tgtEl>
                                          <p:spTgt spid="57"/>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0"/>
                                  </p:stCondLst>
                                  <p:childTnLst>
                                    <p:set>
                                      <p:cBhvr>
                                        <p:cTn id="263" dur="1" fill="hold">
                                          <p:stCondLst>
                                            <p:cond delay="0"/>
                                          </p:stCondLst>
                                        </p:cTn>
                                        <p:tgtEl>
                                          <p:spTgt spid="56"/>
                                        </p:tgtEl>
                                        <p:attrNameLst>
                                          <p:attrName>style.visibility</p:attrName>
                                        </p:attrNameLst>
                                      </p:cBhvr>
                                      <p:to>
                                        <p:strVal val="visible"/>
                                      </p:to>
                                    </p:set>
                                    <p:animEffect transition="in" filter="fade">
                                      <p:cBhvr>
                                        <p:cTn id="264" dur="1000"/>
                                        <p:tgtEl>
                                          <p:spTgt spid="56"/>
                                        </p:tgtEl>
                                      </p:cBhvr>
                                    </p:animEffect>
                                    <p:anim calcmode="lin" valueType="num">
                                      <p:cBhvr>
                                        <p:cTn id="265" dur="1000" fill="hold"/>
                                        <p:tgtEl>
                                          <p:spTgt spid="56"/>
                                        </p:tgtEl>
                                        <p:attrNameLst>
                                          <p:attrName>ppt_x</p:attrName>
                                        </p:attrNameLst>
                                      </p:cBhvr>
                                      <p:tavLst>
                                        <p:tav tm="0">
                                          <p:val>
                                            <p:strVal val="#ppt_x"/>
                                          </p:val>
                                        </p:tav>
                                        <p:tav tm="100000">
                                          <p:val>
                                            <p:strVal val="#ppt_x"/>
                                          </p:val>
                                        </p:tav>
                                      </p:tavLst>
                                    </p:anim>
                                    <p:anim calcmode="lin" valueType="num">
                                      <p:cBhvr>
                                        <p:cTn id="266" dur="1000" fill="hold"/>
                                        <p:tgtEl>
                                          <p:spTgt spid="56"/>
                                        </p:tgtEl>
                                        <p:attrNameLst>
                                          <p:attrName>ppt_y</p:attrName>
                                        </p:attrNameLst>
                                      </p:cBhvr>
                                      <p:tavLst>
                                        <p:tav tm="0">
                                          <p:val>
                                            <p:strVal val="#ppt_y+.1"/>
                                          </p:val>
                                        </p:tav>
                                        <p:tav tm="100000">
                                          <p:val>
                                            <p:strVal val="#ppt_y"/>
                                          </p:val>
                                        </p:tav>
                                      </p:tavLst>
                                    </p:anim>
                                  </p:childTnLst>
                                </p:cTn>
                              </p:par>
                              <p:par>
                                <p:cTn id="267" presetID="42" presetClass="entr" presetSubtype="0" fill="hold" nodeType="withEffect">
                                  <p:stCondLst>
                                    <p:cond delay="0"/>
                                  </p:stCondLst>
                                  <p:childTnLst>
                                    <p:set>
                                      <p:cBhvr>
                                        <p:cTn id="268" dur="1" fill="hold">
                                          <p:stCondLst>
                                            <p:cond delay="0"/>
                                          </p:stCondLst>
                                        </p:cTn>
                                        <p:tgtEl>
                                          <p:spTgt spid="32"/>
                                        </p:tgtEl>
                                        <p:attrNameLst>
                                          <p:attrName>style.visibility</p:attrName>
                                        </p:attrNameLst>
                                      </p:cBhvr>
                                      <p:to>
                                        <p:strVal val="visible"/>
                                      </p:to>
                                    </p:set>
                                    <p:animEffect transition="in" filter="fade">
                                      <p:cBhvr>
                                        <p:cTn id="269" dur="1000"/>
                                        <p:tgtEl>
                                          <p:spTgt spid="32"/>
                                        </p:tgtEl>
                                      </p:cBhvr>
                                    </p:animEffect>
                                    <p:anim calcmode="lin" valueType="num">
                                      <p:cBhvr>
                                        <p:cTn id="270" dur="1000" fill="hold"/>
                                        <p:tgtEl>
                                          <p:spTgt spid="32"/>
                                        </p:tgtEl>
                                        <p:attrNameLst>
                                          <p:attrName>ppt_x</p:attrName>
                                        </p:attrNameLst>
                                      </p:cBhvr>
                                      <p:tavLst>
                                        <p:tav tm="0">
                                          <p:val>
                                            <p:strVal val="#ppt_x"/>
                                          </p:val>
                                        </p:tav>
                                        <p:tav tm="100000">
                                          <p:val>
                                            <p:strVal val="#ppt_x"/>
                                          </p:val>
                                        </p:tav>
                                      </p:tavLst>
                                    </p:anim>
                                    <p:anim calcmode="lin" valueType="num">
                                      <p:cBhvr>
                                        <p:cTn id="271" dur="1000" fill="hold"/>
                                        <p:tgtEl>
                                          <p:spTgt spid="32"/>
                                        </p:tgtEl>
                                        <p:attrNameLst>
                                          <p:attrName>ppt_y</p:attrName>
                                        </p:attrNameLst>
                                      </p:cBhvr>
                                      <p:tavLst>
                                        <p:tav tm="0">
                                          <p:val>
                                            <p:strVal val="#ppt_y+.1"/>
                                          </p:val>
                                        </p:tav>
                                        <p:tav tm="100000">
                                          <p:val>
                                            <p:strVal val="#ppt_y"/>
                                          </p:val>
                                        </p:tav>
                                      </p:tavLst>
                                    </p:anim>
                                  </p:childTnLst>
                                </p:cTn>
                              </p:par>
                              <p:par>
                                <p:cTn id="272" presetID="42" presetClass="entr" presetSubtype="0" fill="hold" nodeType="withEffect">
                                  <p:stCondLst>
                                    <p:cond delay="0"/>
                                  </p:stCondLst>
                                  <p:childTnLst>
                                    <p:set>
                                      <p:cBhvr>
                                        <p:cTn id="273" dur="1" fill="hold">
                                          <p:stCondLst>
                                            <p:cond delay="0"/>
                                          </p:stCondLst>
                                        </p:cTn>
                                        <p:tgtEl>
                                          <p:spTgt spid="33"/>
                                        </p:tgtEl>
                                        <p:attrNameLst>
                                          <p:attrName>style.visibility</p:attrName>
                                        </p:attrNameLst>
                                      </p:cBhvr>
                                      <p:to>
                                        <p:strVal val="visible"/>
                                      </p:to>
                                    </p:set>
                                    <p:animEffect transition="in" filter="fade">
                                      <p:cBhvr>
                                        <p:cTn id="274" dur="1000"/>
                                        <p:tgtEl>
                                          <p:spTgt spid="33"/>
                                        </p:tgtEl>
                                      </p:cBhvr>
                                    </p:animEffect>
                                    <p:anim calcmode="lin" valueType="num">
                                      <p:cBhvr>
                                        <p:cTn id="275" dur="1000" fill="hold"/>
                                        <p:tgtEl>
                                          <p:spTgt spid="33"/>
                                        </p:tgtEl>
                                        <p:attrNameLst>
                                          <p:attrName>ppt_x</p:attrName>
                                        </p:attrNameLst>
                                      </p:cBhvr>
                                      <p:tavLst>
                                        <p:tav tm="0">
                                          <p:val>
                                            <p:strVal val="#ppt_x"/>
                                          </p:val>
                                        </p:tav>
                                        <p:tav tm="100000">
                                          <p:val>
                                            <p:strVal val="#ppt_x"/>
                                          </p:val>
                                        </p:tav>
                                      </p:tavLst>
                                    </p:anim>
                                    <p:anim calcmode="lin" valueType="num">
                                      <p:cBhvr>
                                        <p:cTn id="276"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2387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381000" y="838200"/>
            <a:ext cx="762000" cy="38100"/>
          </a:xfrm>
          <a:prstGeom prst="rect">
            <a:avLst/>
          </a:prstGeom>
        </p:spPr>
      </p:pic>
      <p:pic>
        <p:nvPicPr>
          <p:cNvPr id="6" name="Image 4" descr="preencoded.png"/>
          <p:cNvPicPr>
            <a:picLocks noChangeAspect="1"/>
          </p:cNvPicPr>
          <p:nvPr/>
        </p:nvPicPr>
        <p:blipFill>
          <a:blip r:embed="rId7"/>
          <a:stretch>
            <a:fillRect/>
          </a:stretch>
        </p:blipFill>
        <p:spPr>
          <a:xfrm>
            <a:off x="381000" y="1028700"/>
            <a:ext cx="4343400" cy="1981200"/>
          </a:xfrm>
          <a:prstGeom prst="rect">
            <a:avLst/>
          </a:prstGeom>
        </p:spPr>
      </p:pic>
      <p:pic>
        <p:nvPicPr>
          <p:cNvPr id="7" name="Image 5" descr="preencoded.png"/>
          <p:cNvPicPr>
            <a:picLocks noChangeAspect="1"/>
          </p:cNvPicPr>
          <p:nvPr/>
        </p:nvPicPr>
        <p:blipFill>
          <a:blip r:embed="rId8"/>
          <a:stretch>
            <a:fillRect/>
          </a:stretch>
        </p:blipFill>
        <p:spPr>
          <a:xfrm>
            <a:off x="571500" y="1247775"/>
            <a:ext cx="228600" cy="228600"/>
          </a:xfrm>
          <a:prstGeom prst="rect">
            <a:avLst/>
          </a:prstGeom>
        </p:spPr>
      </p:pic>
      <p:pic>
        <p:nvPicPr>
          <p:cNvPr id="8" name="Image 6" descr="preencoded.png"/>
          <p:cNvPicPr>
            <a:picLocks noChangeAspect="1"/>
          </p:cNvPicPr>
          <p:nvPr/>
        </p:nvPicPr>
        <p:blipFill>
          <a:blip r:embed="rId9"/>
          <a:stretch>
            <a:fillRect/>
          </a:stretch>
        </p:blipFill>
        <p:spPr>
          <a:xfrm>
            <a:off x="571500" y="1638300"/>
            <a:ext cx="171450" cy="171450"/>
          </a:xfrm>
          <a:prstGeom prst="rect">
            <a:avLst/>
          </a:prstGeom>
        </p:spPr>
      </p:pic>
      <p:pic>
        <p:nvPicPr>
          <p:cNvPr id="9" name="Image 7" descr="preencoded.png"/>
          <p:cNvPicPr>
            <a:picLocks noChangeAspect="1"/>
          </p:cNvPicPr>
          <p:nvPr/>
        </p:nvPicPr>
        <p:blipFill>
          <a:blip r:embed="rId9"/>
          <a:stretch>
            <a:fillRect/>
          </a:stretch>
        </p:blipFill>
        <p:spPr>
          <a:xfrm>
            <a:off x="571500" y="1981200"/>
            <a:ext cx="171450" cy="171450"/>
          </a:xfrm>
          <a:prstGeom prst="rect">
            <a:avLst/>
          </a:prstGeom>
        </p:spPr>
      </p:pic>
      <p:pic>
        <p:nvPicPr>
          <p:cNvPr id="10" name="Image 8" descr="preencoded.png"/>
          <p:cNvPicPr>
            <a:picLocks noChangeAspect="1"/>
          </p:cNvPicPr>
          <p:nvPr/>
        </p:nvPicPr>
        <p:blipFill>
          <a:blip r:embed="rId9"/>
          <a:stretch>
            <a:fillRect/>
          </a:stretch>
        </p:blipFill>
        <p:spPr>
          <a:xfrm>
            <a:off x="571500" y="2324100"/>
            <a:ext cx="171450" cy="171450"/>
          </a:xfrm>
          <a:prstGeom prst="rect">
            <a:avLst/>
          </a:prstGeom>
        </p:spPr>
      </p:pic>
      <p:pic>
        <p:nvPicPr>
          <p:cNvPr id="11" name="Image 9" descr="preencoded.png"/>
          <p:cNvPicPr>
            <a:picLocks noChangeAspect="1"/>
          </p:cNvPicPr>
          <p:nvPr/>
        </p:nvPicPr>
        <p:blipFill>
          <a:blip r:embed="rId10"/>
          <a:stretch>
            <a:fillRect/>
          </a:stretch>
        </p:blipFill>
        <p:spPr>
          <a:xfrm>
            <a:off x="381000" y="3162300"/>
            <a:ext cx="4343400" cy="2247900"/>
          </a:xfrm>
          <a:prstGeom prst="rect">
            <a:avLst/>
          </a:prstGeom>
        </p:spPr>
      </p:pic>
      <p:pic>
        <p:nvPicPr>
          <p:cNvPr id="12" name="Image 10" descr="preencoded.png"/>
          <p:cNvPicPr>
            <a:picLocks noChangeAspect="1"/>
          </p:cNvPicPr>
          <p:nvPr/>
        </p:nvPicPr>
        <p:blipFill>
          <a:blip r:embed="rId11"/>
          <a:stretch>
            <a:fillRect/>
          </a:stretch>
        </p:blipFill>
        <p:spPr>
          <a:xfrm>
            <a:off x="571500" y="3381375"/>
            <a:ext cx="171450" cy="228600"/>
          </a:xfrm>
          <a:prstGeom prst="rect">
            <a:avLst/>
          </a:prstGeom>
        </p:spPr>
      </p:pic>
      <p:pic>
        <p:nvPicPr>
          <p:cNvPr id="13" name="Image 11" descr="preencoded.png"/>
          <p:cNvPicPr>
            <a:picLocks noChangeAspect="1"/>
          </p:cNvPicPr>
          <p:nvPr/>
        </p:nvPicPr>
        <p:blipFill>
          <a:blip r:embed="rId12"/>
          <a:stretch>
            <a:fillRect/>
          </a:stretch>
        </p:blipFill>
        <p:spPr>
          <a:xfrm>
            <a:off x="571500" y="3771900"/>
            <a:ext cx="85725" cy="171450"/>
          </a:xfrm>
          <a:prstGeom prst="rect">
            <a:avLst/>
          </a:prstGeom>
        </p:spPr>
      </p:pic>
      <p:pic>
        <p:nvPicPr>
          <p:cNvPr id="14" name="Image 12" descr="preencoded.png"/>
          <p:cNvPicPr>
            <a:picLocks noChangeAspect="1"/>
          </p:cNvPicPr>
          <p:nvPr/>
        </p:nvPicPr>
        <p:blipFill>
          <a:blip r:embed="rId12"/>
          <a:stretch>
            <a:fillRect/>
          </a:stretch>
        </p:blipFill>
        <p:spPr>
          <a:xfrm>
            <a:off x="571500" y="4114800"/>
            <a:ext cx="85725" cy="171450"/>
          </a:xfrm>
          <a:prstGeom prst="rect">
            <a:avLst/>
          </a:prstGeom>
        </p:spPr>
      </p:pic>
      <p:pic>
        <p:nvPicPr>
          <p:cNvPr id="15" name="Image 13" descr="preencoded.png"/>
          <p:cNvPicPr>
            <a:picLocks noChangeAspect="1"/>
          </p:cNvPicPr>
          <p:nvPr/>
        </p:nvPicPr>
        <p:blipFill>
          <a:blip r:embed="rId12"/>
          <a:stretch>
            <a:fillRect/>
          </a:stretch>
        </p:blipFill>
        <p:spPr>
          <a:xfrm>
            <a:off x="571500" y="4724400"/>
            <a:ext cx="85725" cy="171450"/>
          </a:xfrm>
          <a:prstGeom prst="rect">
            <a:avLst/>
          </a:prstGeom>
        </p:spPr>
      </p:pic>
      <p:pic>
        <p:nvPicPr>
          <p:cNvPr id="16" name="Image 14" descr="preencoded.png"/>
          <p:cNvPicPr>
            <a:picLocks noChangeAspect="1"/>
          </p:cNvPicPr>
          <p:nvPr/>
        </p:nvPicPr>
        <p:blipFill>
          <a:blip r:embed="rId13"/>
          <a:stretch>
            <a:fillRect/>
          </a:stretch>
        </p:blipFill>
        <p:spPr>
          <a:xfrm>
            <a:off x="5181600" y="1028700"/>
            <a:ext cx="6629400" cy="5105400"/>
          </a:xfrm>
          <a:prstGeom prst="rect">
            <a:avLst/>
          </a:prstGeom>
        </p:spPr>
      </p:pic>
      <p:pic>
        <p:nvPicPr>
          <p:cNvPr id="17" name="Image 15" descr="preencoded.png"/>
          <p:cNvPicPr>
            <a:picLocks noChangeAspect="1"/>
          </p:cNvPicPr>
          <p:nvPr/>
        </p:nvPicPr>
        <p:blipFill>
          <a:blip r:embed="rId14"/>
          <a:stretch>
            <a:fillRect/>
          </a:stretch>
        </p:blipFill>
        <p:spPr>
          <a:xfrm>
            <a:off x="5295900" y="1447800"/>
            <a:ext cx="6400800" cy="4067175"/>
          </a:xfrm>
          <a:prstGeom prst="rect">
            <a:avLst/>
          </a:prstGeom>
        </p:spPr>
      </p:pic>
      <p:pic>
        <p:nvPicPr>
          <p:cNvPr id="18" name="Image 16" descr="preencoded.png"/>
          <p:cNvPicPr>
            <a:picLocks noChangeAspect="1"/>
          </p:cNvPicPr>
          <p:nvPr/>
        </p:nvPicPr>
        <p:blipFill>
          <a:blip r:embed="rId15"/>
          <a:stretch>
            <a:fillRect/>
          </a:stretch>
        </p:blipFill>
        <p:spPr>
          <a:xfrm>
            <a:off x="0" y="6781800"/>
            <a:ext cx="12192000" cy="76200"/>
          </a:xfrm>
          <a:prstGeom prst="rect">
            <a:avLst/>
          </a:prstGeom>
        </p:spPr>
      </p:pic>
      <p:sp>
        <p:nvSpPr>
          <p:cNvPr id="19"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Kết quả </a:t>
            </a:r>
            <a:r>
              <a:rPr lang="en-US" sz="2700" b="1" dirty="0">
                <a:solidFill>
                  <a:srgbClr val="FF7F50"/>
                </a:solidFill>
                <a:latin typeface="ui-sans-serif" pitchFamily="34" charset="0"/>
                <a:ea typeface="ui-sans-serif" pitchFamily="34" charset="-122"/>
                <a:cs typeface="ui-sans-serif" pitchFamily="34" charset="-120"/>
              </a:rPr>
              <a:t>huấn luyện</a:t>
            </a:r>
            <a:endParaRPr lang="en-US" sz="2700" dirty="0"/>
          </a:p>
        </p:txBody>
      </p:sp>
      <p:sp>
        <p:nvSpPr>
          <p:cNvPr id="20" name="Text 1"/>
          <p:cNvSpPr/>
          <p:nvPr/>
        </p:nvSpPr>
        <p:spPr>
          <a:xfrm>
            <a:off x="876300" y="1219200"/>
            <a:ext cx="47548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Quá trình huấn luyện</a:t>
            </a:r>
            <a:endParaRPr lang="en-US" sz="1800" dirty="0"/>
          </a:p>
        </p:txBody>
      </p:sp>
      <p:sp>
        <p:nvSpPr>
          <p:cNvPr id="21" name="Text 2"/>
          <p:cNvSpPr/>
          <p:nvPr/>
        </p:nvSpPr>
        <p:spPr>
          <a:xfrm>
            <a:off x="819150" y="1600200"/>
            <a:ext cx="4087118" cy="2667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Mô hình CNN cho thấy sự hội tụ ổn định</a:t>
            </a:r>
            <a:endParaRPr lang="en-US" sz="1350" dirty="0"/>
          </a:p>
        </p:txBody>
      </p:sp>
      <p:sp>
        <p:nvSpPr>
          <p:cNvPr id="22" name="Text 3"/>
          <p:cNvSpPr/>
          <p:nvPr/>
        </p:nvSpPr>
        <p:spPr>
          <a:xfrm>
            <a:off x="819150" y="1943100"/>
            <a:ext cx="3883700" cy="2667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Độ chính xác tập huấn luyện: 75-85%</a:t>
            </a:r>
            <a:endParaRPr lang="en-US" sz="1350" dirty="0"/>
          </a:p>
        </p:txBody>
      </p:sp>
      <p:sp>
        <p:nvSpPr>
          <p:cNvPr id="23" name="Text 4"/>
          <p:cNvSpPr/>
          <p:nvPr/>
        </p:nvSpPr>
        <p:spPr>
          <a:xfrm>
            <a:off x="819150" y="2286000"/>
            <a:ext cx="3714750"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Độ chính xác tập kiểm chứng: 75-80% sau 50 epoch</a:t>
            </a:r>
            <a:endParaRPr lang="en-US" sz="1350" dirty="0"/>
          </a:p>
        </p:txBody>
      </p:sp>
      <p:sp>
        <p:nvSpPr>
          <p:cNvPr id="24" name="Text 5"/>
          <p:cNvSpPr/>
          <p:nvPr/>
        </p:nvSpPr>
        <p:spPr>
          <a:xfrm>
            <a:off x="819150" y="3352800"/>
            <a:ext cx="47548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Phát hiện &amp; Kết luận</a:t>
            </a:r>
            <a:endParaRPr lang="en-US" sz="1800" dirty="0"/>
          </a:p>
        </p:txBody>
      </p:sp>
      <p:sp>
        <p:nvSpPr>
          <p:cNvPr id="25" name="Text 6"/>
          <p:cNvSpPr/>
          <p:nvPr/>
        </p:nvSpPr>
        <p:spPr>
          <a:xfrm>
            <a:off x="733425" y="3733800"/>
            <a:ext cx="4011930" cy="2667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Mô hình có khả năng tổng quát hóa tốt</a:t>
            </a:r>
            <a:endParaRPr lang="en-US" sz="1350" dirty="0"/>
          </a:p>
        </p:txBody>
      </p:sp>
      <p:sp>
        <p:nvSpPr>
          <p:cNvPr id="26" name="Text 7"/>
          <p:cNvSpPr/>
          <p:nvPr/>
        </p:nvSpPr>
        <p:spPr>
          <a:xfrm>
            <a:off x="733425" y="4076700"/>
            <a:ext cx="38004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Quá trình huấn luyện ổn định với độ biến động thấp</a:t>
            </a:r>
            <a:endParaRPr lang="en-US" sz="1350" dirty="0"/>
          </a:p>
        </p:txBody>
      </p:sp>
      <p:sp>
        <p:nvSpPr>
          <p:cNvPr id="27" name="Text 8"/>
          <p:cNvSpPr/>
          <p:nvPr/>
        </p:nvSpPr>
        <p:spPr>
          <a:xfrm>
            <a:off x="733425" y="4686300"/>
            <a:ext cx="38004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Số kỷ nguyên (Epochs) = 50 là đủ để mô hình hội tụ</a:t>
            </a:r>
            <a:endParaRPr lang="en-US" sz="1350" dirty="0"/>
          </a:p>
        </p:txBody>
      </p:sp>
      <p:sp>
        <p:nvSpPr>
          <p:cNvPr id="28" name="Text 9"/>
          <p:cNvSpPr/>
          <p:nvPr/>
        </p:nvSpPr>
        <p:spPr>
          <a:xfrm>
            <a:off x="5295900" y="1143000"/>
            <a:ext cx="64008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374151"/>
                </a:solidFill>
                <a:latin typeface="ui-sans-serif" pitchFamily="34" charset="0"/>
                <a:ea typeface="ui-sans-serif" pitchFamily="34" charset="-122"/>
                <a:cs typeface="ui-sans-serif" pitchFamily="34" charset="-120"/>
              </a:rPr>
              <a:t>Độ chính xác theo từng epoch</a:t>
            </a:r>
            <a:endParaRPr lang="en-US" sz="1500" dirty="0"/>
          </a:p>
        </p:txBody>
      </p:sp>
      <p:sp>
        <p:nvSpPr>
          <p:cNvPr id="29" name="Text 10"/>
          <p:cNvSpPr/>
          <p:nvPr/>
        </p:nvSpPr>
        <p:spPr>
          <a:xfrm>
            <a:off x="381000" y="6286500"/>
            <a:ext cx="132516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7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anim calcmode="lin" valueType="num">
                                      <p:cBhvr>
                                        <p:cTn id="35" dur="1000" fill="hold"/>
                                        <p:tgtEl>
                                          <p:spTgt spid="21"/>
                                        </p:tgtEl>
                                        <p:attrNameLst>
                                          <p:attrName>ppt_x</p:attrName>
                                        </p:attrNameLst>
                                      </p:cBhvr>
                                      <p:tavLst>
                                        <p:tav tm="0">
                                          <p:val>
                                            <p:strVal val="#ppt_x"/>
                                          </p:val>
                                        </p:tav>
                                        <p:tav tm="100000">
                                          <p:val>
                                            <p:strVal val="#ppt_x"/>
                                          </p:val>
                                        </p:tav>
                                      </p:tavLst>
                                    </p:anim>
                                    <p:anim calcmode="lin" valueType="num">
                                      <p:cBhvr>
                                        <p:cTn id="36" dur="1000" fill="hold"/>
                                        <p:tgtEl>
                                          <p:spTgt spid="21"/>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1000"/>
                                        <p:tgtEl>
                                          <p:spTgt spid="22"/>
                                        </p:tgtEl>
                                      </p:cBhvr>
                                    </p:animEffect>
                                    <p:anim calcmode="lin" valueType="num">
                                      <p:cBhvr>
                                        <p:cTn id="47" dur="1000" fill="hold"/>
                                        <p:tgtEl>
                                          <p:spTgt spid="22"/>
                                        </p:tgtEl>
                                        <p:attrNameLst>
                                          <p:attrName>ppt_x</p:attrName>
                                        </p:attrNameLst>
                                      </p:cBhvr>
                                      <p:tavLst>
                                        <p:tav tm="0">
                                          <p:val>
                                            <p:strVal val="#ppt_x"/>
                                          </p:val>
                                        </p:tav>
                                        <p:tav tm="100000">
                                          <p:val>
                                            <p:strVal val="#ppt_x"/>
                                          </p:val>
                                        </p:tav>
                                      </p:tavLst>
                                    </p:anim>
                                    <p:anim calcmode="lin" valueType="num">
                                      <p:cBhvr>
                                        <p:cTn id="48" dur="1000" fill="hold"/>
                                        <p:tgtEl>
                                          <p:spTgt spid="22"/>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1000"/>
                                        <p:tgtEl>
                                          <p:spTgt spid="9"/>
                                        </p:tgtEl>
                                      </p:cBhvr>
                                    </p:animEffect>
                                    <p:anim calcmode="lin" valueType="num">
                                      <p:cBhvr>
                                        <p:cTn id="52" dur="1000" fill="hold"/>
                                        <p:tgtEl>
                                          <p:spTgt spid="9"/>
                                        </p:tgtEl>
                                        <p:attrNameLst>
                                          <p:attrName>ppt_x</p:attrName>
                                        </p:attrNameLst>
                                      </p:cBhvr>
                                      <p:tavLst>
                                        <p:tav tm="0">
                                          <p:val>
                                            <p:strVal val="#ppt_x"/>
                                          </p:val>
                                        </p:tav>
                                        <p:tav tm="100000">
                                          <p:val>
                                            <p:strVal val="#ppt_x"/>
                                          </p:val>
                                        </p:tav>
                                      </p:tavLst>
                                    </p:anim>
                                    <p:anim calcmode="lin" valueType="num">
                                      <p:cBhvr>
                                        <p:cTn id="5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1000"/>
                                        <p:tgtEl>
                                          <p:spTgt spid="23"/>
                                        </p:tgtEl>
                                      </p:cBhvr>
                                    </p:animEffect>
                                    <p:anim calcmode="lin" valueType="num">
                                      <p:cBhvr>
                                        <p:cTn id="59" dur="1000" fill="hold"/>
                                        <p:tgtEl>
                                          <p:spTgt spid="23"/>
                                        </p:tgtEl>
                                        <p:attrNameLst>
                                          <p:attrName>ppt_x</p:attrName>
                                        </p:attrNameLst>
                                      </p:cBhvr>
                                      <p:tavLst>
                                        <p:tav tm="0">
                                          <p:val>
                                            <p:strVal val="#ppt_x"/>
                                          </p:val>
                                        </p:tav>
                                        <p:tav tm="100000">
                                          <p:val>
                                            <p:strVal val="#ppt_x"/>
                                          </p:val>
                                        </p:tav>
                                      </p:tavLst>
                                    </p:anim>
                                    <p:anim calcmode="lin" valueType="num">
                                      <p:cBhvr>
                                        <p:cTn id="60" dur="1000" fill="hold"/>
                                        <p:tgtEl>
                                          <p:spTgt spid="23"/>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1000"/>
                                        <p:tgtEl>
                                          <p:spTgt spid="10"/>
                                        </p:tgtEl>
                                      </p:cBhvr>
                                    </p:animEffect>
                                    <p:anim calcmode="lin" valueType="num">
                                      <p:cBhvr>
                                        <p:cTn id="64" dur="1000" fill="hold"/>
                                        <p:tgtEl>
                                          <p:spTgt spid="10"/>
                                        </p:tgtEl>
                                        <p:attrNameLst>
                                          <p:attrName>ppt_x</p:attrName>
                                        </p:attrNameLst>
                                      </p:cBhvr>
                                      <p:tavLst>
                                        <p:tav tm="0">
                                          <p:val>
                                            <p:strVal val="#ppt_x"/>
                                          </p:val>
                                        </p:tav>
                                        <p:tav tm="100000">
                                          <p:val>
                                            <p:strVal val="#ppt_x"/>
                                          </p:val>
                                        </p:tav>
                                      </p:tavLst>
                                    </p:anim>
                                    <p:anim calcmode="lin" valueType="num">
                                      <p:cBhvr>
                                        <p:cTn id="6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fade">
                                      <p:cBhvr>
                                        <p:cTn id="70" dur="1000"/>
                                        <p:tgtEl>
                                          <p:spTgt spid="11"/>
                                        </p:tgtEl>
                                      </p:cBhvr>
                                    </p:animEffect>
                                    <p:anim calcmode="lin" valueType="num">
                                      <p:cBhvr>
                                        <p:cTn id="71" dur="1000" fill="hold"/>
                                        <p:tgtEl>
                                          <p:spTgt spid="11"/>
                                        </p:tgtEl>
                                        <p:attrNameLst>
                                          <p:attrName>ppt_x</p:attrName>
                                        </p:attrNameLst>
                                      </p:cBhvr>
                                      <p:tavLst>
                                        <p:tav tm="0">
                                          <p:val>
                                            <p:strVal val="#ppt_x"/>
                                          </p:val>
                                        </p:tav>
                                        <p:tav tm="100000">
                                          <p:val>
                                            <p:strVal val="#ppt_x"/>
                                          </p:val>
                                        </p:tav>
                                      </p:tavLst>
                                    </p:anim>
                                    <p:anim calcmode="lin" valueType="num">
                                      <p:cBhvr>
                                        <p:cTn id="72" dur="1000" fill="hold"/>
                                        <p:tgtEl>
                                          <p:spTgt spid="11"/>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1000"/>
                                        <p:tgtEl>
                                          <p:spTgt spid="24"/>
                                        </p:tgtEl>
                                      </p:cBhvr>
                                    </p:animEffect>
                                    <p:anim calcmode="lin" valueType="num">
                                      <p:cBhvr>
                                        <p:cTn id="76" dur="1000" fill="hold"/>
                                        <p:tgtEl>
                                          <p:spTgt spid="24"/>
                                        </p:tgtEl>
                                        <p:attrNameLst>
                                          <p:attrName>ppt_x</p:attrName>
                                        </p:attrNameLst>
                                      </p:cBhvr>
                                      <p:tavLst>
                                        <p:tav tm="0">
                                          <p:val>
                                            <p:strVal val="#ppt_x"/>
                                          </p:val>
                                        </p:tav>
                                        <p:tav tm="100000">
                                          <p:val>
                                            <p:strVal val="#ppt_x"/>
                                          </p:val>
                                        </p:tav>
                                      </p:tavLst>
                                    </p:anim>
                                    <p:anim calcmode="lin" valueType="num">
                                      <p:cBhvr>
                                        <p:cTn id="77" dur="1000" fill="hold"/>
                                        <p:tgtEl>
                                          <p:spTgt spid="24"/>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fade">
                                      <p:cBhvr>
                                        <p:cTn id="80" dur="1000"/>
                                        <p:tgtEl>
                                          <p:spTgt spid="12"/>
                                        </p:tgtEl>
                                      </p:cBhvr>
                                    </p:animEffect>
                                    <p:anim calcmode="lin" valueType="num">
                                      <p:cBhvr>
                                        <p:cTn id="81" dur="1000" fill="hold"/>
                                        <p:tgtEl>
                                          <p:spTgt spid="12"/>
                                        </p:tgtEl>
                                        <p:attrNameLst>
                                          <p:attrName>ppt_x</p:attrName>
                                        </p:attrNameLst>
                                      </p:cBhvr>
                                      <p:tavLst>
                                        <p:tav tm="0">
                                          <p:val>
                                            <p:strVal val="#ppt_x"/>
                                          </p:val>
                                        </p:tav>
                                        <p:tav tm="100000">
                                          <p:val>
                                            <p:strVal val="#ppt_x"/>
                                          </p:val>
                                        </p:tav>
                                      </p:tavLst>
                                    </p:anim>
                                    <p:anim calcmode="lin" valueType="num">
                                      <p:cBhvr>
                                        <p:cTn id="8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1000"/>
                                        <p:tgtEl>
                                          <p:spTgt spid="25"/>
                                        </p:tgtEl>
                                      </p:cBhvr>
                                    </p:animEffect>
                                    <p:anim calcmode="lin" valueType="num">
                                      <p:cBhvr>
                                        <p:cTn id="88" dur="1000" fill="hold"/>
                                        <p:tgtEl>
                                          <p:spTgt spid="25"/>
                                        </p:tgtEl>
                                        <p:attrNameLst>
                                          <p:attrName>ppt_x</p:attrName>
                                        </p:attrNameLst>
                                      </p:cBhvr>
                                      <p:tavLst>
                                        <p:tav tm="0">
                                          <p:val>
                                            <p:strVal val="#ppt_x"/>
                                          </p:val>
                                        </p:tav>
                                        <p:tav tm="100000">
                                          <p:val>
                                            <p:strVal val="#ppt_x"/>
                                          </p:val>
                                        </p:tav>
                                      </p:tavLst>
                                    </p:anim>
                                    <p:anim calcmode="lin" valueType="num">
                                      <p:cBhvr>
                                        <p:cTn id="89" dur="1000" fill="hold"/>
                                        <p:tgtEl>
                                          <p:spTgt spid="25"/>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13"/>
                                        </p:tgtEl>
                                        <p:attrNameLst>
                                          <p:attrName>style.visibility</p:attrName>
                                        </p:attrNameLst>
                                      </p:cBhvr>
                                      <p:to>
                                        <p:strVal val="visible"/>
                                      </p:to>
                                    </p:set>
                                    <p:animEffect transition="in" filter="fade">
                                      <p:cBhvr>
                                        <p:cTn id="92" dur="1000"/>
                                        <p:tgtEl>
                                          <p:spTgt spid="13"/>
                                        </p:tgtEl>
                                      </p:cBhvr>
                                    </p:animEffect>
                                    <p:anim calcmode="lin" valueType="num">
                                      <p:cBhvr>
                                        <p:cTn id="93" dur="1000" fill="hold"/>
                                        <p:tgtEl>
                                          <p:spTgt spid="13"/>
                                        </p:tgtEl>
                                        <p:attrNameLst>
                                          <p:attrName>ppt_x</p:attrName>
                                        </p:attrNameLst>
                                      </p:cBhvr>
                                      <p:tavLst>
                                        <p:tav tm="0">
                                          <p:val>
                                            <p:strVal val="#ppt_x"/>
                                          </p:val>
                                        </p:tav>
                                        <p:tav tm="100000">
                                          <p:val>
                                            <p:strVal val="#ppt_x"/>
                                          </p:val>
                                        </p:tav>
                                      </p:tavLst>
                                    </p:anim>
                                    <p:anim calcmode="lin" valueType="num">
                                      <p:cBhvr>
                                        <p:cTn id="9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1000"/>
                                        <p:tgtEl>
                                          <p:spTgt spid="26"/>
                                        </p:tgtEl>
                                      </p:cBhvr>
                                    </p:animEffect>
                                    <p:anim calcmode="lin" valueType="num">
                                      <p:cBhvr>
                                        <p:cTn id="100" dur="1000" fill="hold"/>
                                        <p:tgtEl>
                                          <p:spTgt spid="26"/>
                                        </p:tgtEl>
                                        <p:attrNameLst>
                                          <p:attrName>ppt_x</p:attrName>
                                        </p:attrNameLst>
                                      </p:cBhvr>
                                      <p:tavLst>
                                        <p:tav tm="0">
                                          <p:val>
                                            <p:strVal val="#ppt_x"/>
                                          </p:val>
                                        </p:tav>
                                        <p:tav tm="100000">
                                          <p:val>
                                            <p:strVal val="#ppt_x"/>
                                          </p:val>
                                        </p:tav>
                                      </p:tavLst>
                                    </p:anim>
                                    <p:anim calcmode="lin" valueType="num">
                                      <p:cBhvr>
                                        <p:cTn id="101" dur="1000" fill="hold"/>
                                        <p:tgtEl>
                                          <p:spTgt spid="26"/>
                                        </p:tgtEl>
                                        <p:attrNameLst>
                                          <p:attrName>ppt_y</p:attrName>
                                        </p:attrNameLst>
                                      </p:cBhvr>
                                      <p:tavLst>
                                        <p:tav tm="0">
                                          <p:val>
                                            <p:strVal val="#ppt_y+.1"/>
                                          </p:val>
                                        </p:tav>
                                        <p:tav tm="100000">
                                          <p:val>
                                            <p:strVal val="#ppt_y"/>
                                          </p:val>
                                        </p:tav>
                                      </p:tavLst>
                                    </p:anim>
                                  </p:childTnLst>
                                </p:cTn>
                              </p:par>
                              <p:par>
                                <p:cTn id="102" presetID="42" presetClass="entr" presetSubtype="0" fill="hold" nodeType="withEffect">
                                  <p:stCondLst>
                                    <p:cond delay="0"/>
                                  </p:stCondLst>
                                  <p:childTnLst>
                                    <p:set>
                                      <p:cBhvr>
                                        <p:cTn id="103" dur="1" fill="hold">
                                          <p:stCondLst>
                                            <p:cond delay="0"/>
                                          </p:stCondLst>
                                        </p:cTn>
                                        <p:tgtEl>
                                          <p:spTgt spid="14"/>
                                        </p:tgtEl>
                                        <p:attrNameLst>
                                          <p:attrName>style.visibility</p:attrName>
                                        </p:attrNameLst>
                                      </p:cBhvr>
                                      <p:to>
                                        <p:strVal val="visible"/>
                                      </p:to>
                                    </p:set>
                                    <p:animEffect transition="in" filter="fade">
                                      <p:cBhvr>
                                        <p:cTn id="104" dur="1000"/>
                                        <p:tgtEl>
                                          <p:spTgt spid="14"/>
                                        </p:tgtEl>
                                      </p:cBhvr>
                                    </p:animEffect>
                                    <p:anim calcmode="lin" valueType="num">
                                      <p:cBhvr>
                                        <p:cTn id="105" dur="1000" fill="hold"/>
                                        <p:tgtEl>
                                          <p:spTgt spid="14"/>
                                        </p:tgtEl>
                                        <p:attrNameLst>
                                          <p:attrName>ppt_x</p:attrName>
                                        </p:attrNameLst>
                                      </p:cBhvr>
                                      <p:tavLst>
                                        <p:tav tm="0">
                                          <p:val>
                                            <p:strVal val="#ppt_x"/>
                                          </p:val>
                                        </p:tav>
                                        <p:tav tm="100000">
                                          <p:val>
                                            <p:strVal val="#ppt_x"/>
                                          </p:val>
                                        </p:tav>
                                      </p:tavLst>
                                    </p:anim>
                                    <p:anim calcmode="lin" valueType="num">
                                      <p:cBhvr>
                                        <p:cTn id="10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1000"/>
                                        <p:tgtEl>
                                          <p:spTgt spid="27"/>
                                        </p:tgtEl>
                                      </p:cBhvr>
                                    </p:animEffect>
                                    <p:anim calcmode="lin" valueType="num">
                                      <p:cBhvr>
                                        <p:cTn id="112" dur="1000" fill="hold"/>
                                        <p:tgtEl>
                                          <p:spTgt spid="27"/>
                                        </p:tgtEl>
                                        <p:attrNameLst>
                                          <p:attrName>ppt_x</p:attrName>
                                        </p:attrNameLst>
                                      </p:cBhvr>
                                      <p:tavLst>
                                        <p:tav tm="0">
                                          <p:val>
                                            <p:strVal val="#ppt_x"/>
                                          </p:val>
                                        </p:tav>
                                        <p:tav tm="100000">
                                          <p:val>
                                            <p:strVal val="#ppt_x"/>
                                          </p:val>
                                        </p:tav>
                                      </p:tavLst>
                                    </p:anim>
                                    <p:anim calcmode="lin" valueType="num">
                                      <p:cBhvr>
                                        <p:cTn id="113" dur="1000" fill="hold"/>
                                        <p:tgtEl>
                                          <p:spTgt spid="27"/>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15"/>
                                        </p:tgtEl>
                                        <p:attrNameLst>
                                          <p:attrName>style.visibility</p:attrName>
                                        </p:attrNameLst>
                                      </p:cBhvr>
                                      <p:to>
                                        <p:strVal val="visible"/>
                                      </p:to>
                                    </p:set>
                                    <p:animEffect transition="in" filter="fade">
                                      <p:cBhvr>
                                        <p:cTn id="116" dur="1000"/>
                                        <p:tgtEl>
                                          <p:spTgt spid="15"/>
                                        </p:tgtEl>
                                      </p:cBhvr>
                                    </p:animEffect>
                                    <p:anim calcmode="lin" valueType="num">
                                      <p:cBhvr>
                                        <p:cTn id="117" dur="1000" fill="hold"/>
                                        <p:tgtEl>
                                          <p:spTgt spid="15"/>
                                        </p:tgtEl>
                                        <p:attrNameLst>
                                          <p:attrName>ppt_x</p:attrName>
                                        </p:attrNameLst>
                                      </p:cBhvr>
                                      <p:tavLst>
                                        <p:tav tm="0">
                                          <p:val>
                                            <p:strVal val="#ppt_x"/>
                                          </p:val>
                                        </p:tav>
                                        <p:tav tm="100000">
                                          <p:val>
                                            <p:strVal val="#ppt_x"/>
                                          </p:val>
                                        </p:tav>
                                      </p:tavLst>
                                    </p:anim>
                                    <p:anim calcmode="lin" valueType="num">
                                      <p:cBhvr>
                                        <p:cTn id="11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16"/>
                                        </p:tgtEl>
                                        <p:attrNameLst>
                                          <p:attrName>style.visibility</p:attrName>
                                        </p:attrNameLst>
                                      </p:cBhvr>
                                      <p:to>
                                        <p:strVal val="visible"/>
                                      </p:to>
                                    </p:set>
                                    <p:animEffect transition="in" filter="fade">
                                      <p:cBhvr>
                                        <p:cTn id="123" dur="1000"/>
                                        <p:tgtEl>
                                          <p:spTgt spid="16"/>
                                        </p:tgtEl>
                                      </p:cBhvr>
                                    </p:animEffect>
                                    <p:anim calcmode="lin" valueType="num">
                                      <p:cBhvr>
                                        <p:cTn id="124" dur="1000" fill="hold"/>
                                        <p:tgtEl>
                                          <p:spTgt spid="16"/>
                                        </p:tgtEl>
                                        <p:attrNameLst>
                                          <p:attrName>ppt_x</p:attrName>
                                        </p:attrNameLst>
                                      </p:cBhvr>
                                      <p:tavLst>
                                        <p:tav tm="0">
                                          <p:val>
                                            <p:strVal val="#ppt_x"/>
                                          </p:val>
                                        </p:tav>
                                        <p:tav tm="100000">
                                          <p:val>
                                            <p:strVal val="#ppt_x"/>
                                          </p:val>
                                        </p:tav>
                                      </p:tavLst>
                                    </p:anim>
                                    <p:anim calcmode="lin" valueType="num">
                                      <p:cBhvr>
                                        <p:cTn id="125" dur="1000" fill="hold"/>
                                        <p:tgtEl>
                                          <p:spTgt spid="16"/>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28"/>
                                        </p:tgtEl>
                                        <p:attrNameLst>
                                          <p:attrName>style.visibility</p:attrName>
                                        </p:attrNameLst>
                                      </p:cBhvr>
                                      <p:to>
                                        <p:strVal val="visible"/>
                                      </p:to>
                                    </p:set>
                                    <p:animEffect transition="in" filter="fade">
                                      <p:cBhvr>
                                        <p:cTn id="128" dur="1000"/>
                                        <p:tgtEl>
                                          <p:spTgt spid="28"/>
                                        </p:tgtEl>
                                      </p:cBhvr>
                                    </p:animEffect>
                                    <p:anim calcmode="lin" valueType="num">
                                      <p:cBhvr>
                                        <p:cTn id="129" dur="1000" fill="hold"/>
                                        <p:tgtEl>
                                          <p:spTgt spid="28"/>
                                        </p:tgtEl>
                                        <p:attrNameLst>
                                          <p:attrName>ppt_x</p:attrName>
                                        </p:attrNameLst>
                                      </p:cBhvr>
                                      <p:tavLst>
                                        <p:tav tm="0">
                                          <p:val>
                                            <p:strVal val="#ppt_x"/>
                                          </p:val>
                                        </p:tav>
                                        <p:tav tm="100000">
                                          <p:val>
                                            <p:strVal val="#ppt_x"/>
                                          </p:val>
                                        </p:tav>
                                      </p:tavLst>
                                    </p:anim>
                                    <p:anim calcmode="lin" valueType="num">
                                      <p:cBhvr>
                                        <p:cTn id="13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nodeType="clickEffect">
                                  <p:stCondLst>
                                    <p:cond delay="0"/>
                                  </p:stCondLst>
                                  <p:childTnLst>
                                    <p:set>
                                      <p:cBhvr>
                                        <p:cTn id="134" dur="1" fill="hold">
                                          <p:stCondLst>
                                            <p:cond delay="0"/>
                                          </p:stCondLst>
                                        </p:cTn>
                                        <p:tgtEl>
                                          <p:spTgt spid="17"/>
                                        </p:tgtEl>
                                        <p:attrNameLst>
                                          <p:attrName>style.visibility</p:attrName>
                                        </p:attrNameLst>
                                      </p:cBhvr>
                                      <p:to>
                                        <p:strVal val="visible"/>
                                      </p:to>
                                    </p:set>
                                    <p:animEffect transition="in" filter="fade">
                                      <p:cBhvr>
                                        <p:cTn id="135" dur="1000"/>
                                        <p:tgtEl>
                                          <p:spTgt spid="17"/>
                                        </p:tgtEl>
                                      </p:cBhvr>
                                    </p:animEffect>
                                    <p:anim calcmode="lin" valueType="num">
                                      <p:cBhvr>
                                        <p:cTn id="136" dur="1000" fill="hold"/>
                                        <p:tgtEl>
                                          <p:spTgt spid="17"/>
                                        </p:tgtEl>
                                        <p:attrNameLst>
                                          <p:attrName>ppt_x</p:attrName>
                                        </p:attrNameLst>
                                      </p:cBhvr>
                                      <p:tavLst>
                                        <p:tav tm="0">
                                          <p:val>
                                            <p:strVal val="#ppt_x"/>
                                          </p:val>
                                        </p:tav>
                                        <p:tav tm="100000">
                                          <p:val>
                                            <p:strVal val="#ppt_x"/>
                                          </p:val>
                                        </p:tav>
                                      </p:tavLst>
                                    </p:anim>
                                    <p:anim calcmode="lin" valueType="num">
                                      <p:cBhvr>
                                        <p:cTn id="13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2387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381000" y="838200"/>
            <a:ext cx="762000" cy="38100"/>
          </a:xfrm>
          <a:prstGeom prst="rect">
            <a:avLst/>
          </a:prstGeom>
        </p:spPr>
      </p:pic>
      <p:pic>
        <p:nvPicPr>
          <p:cNvPr id="6" name="Image 4" descr="preencoded.png"/>
          <p:cNvPicPr>
            <a:picLocks noChangeAspect="1"/>
          </p:cNvPicPr>
          <p:nvPr/>
        </p:nvPicPr>
        <p:blipFill>
          <a:blip r:embed="rId7"/>
          <a:stretch>
            <a:fillRect/>
          </a:stretch>
        </p:blipFill>
        <p:spPr>
          <a:xfrm>
            <a:off x="381000" y="1028700"/>
            <a:ext cx="6705600" cy="5105400"/>
          </a:xfrm>
          <a:prstGeom prst="rect">
            <a:avLst/>
          </a:prstGeom>
        </p:spPr>
      </p:pic>
      <p:pic>
        <p:nvPicPr>
          <p:cNvPr id="7" name="Image 5" descr="preencoded.png"/>
          <p:cNvPicPr>
            <a:picLocks noChangeAspect="1"/>
          </p:cNvPicPr>
          <p:nvPr/>
        </p:nvPicPr>
        <p:blipFill>
          <a:blip r:embed="rId8"/>
          <a:stretch>
            <a:fillRect/>
          </a:stretch>
        </p:blipFill>
        <p:spPr>
          <a:xfrm>
            <a:off x="1738759" y="1181100"/>
            <a:ext cx="190500" cy="190500"/>
          </a:xfrm>
          <a:prstGeom prst="rect">
            <a:avLst/>
          </a:prstGeom>
        </p:spPr>
      </p:pic>
      <p:pic>
        <p:nvPicPr>
          <p:cNvPr id="8" name="Image 6" descr="preencoded.png"/>
          <p:cNvPicPr>
            <a:picLocks noChangeAspect="1"/>
          </p:cNvPicPr>
          <p:nvPr/>
        </p:nvPicPr>
        <p:blipFill>
          <a:blip r:embed="rId9"/>
          <a:stretch>
            <a:fillRect/>
          </a:stretch>
        </p:blipFill>
        <p:spPr>
          <a:xfrm>
            <a:off x="495300" y="1447800"/>
            <a:ext cx="6477000" cy="4267200"/>
          </a:xfrm>
          <a:prstGeom prst="rect">
            <a:avLst/>
          </a:prstGeom>
        </p:spPr>
      </p:pic>
      <p:pic>
        <p:nvPicPr>
          <p:cNvPr id="9" name="Image 7" descr="preencoded.png"/>
          <p:cNvPicPr>
            <a:picLocks noChangeAspect="1"/>
          </p:cNvPicPr>
          <p:nvPr/>
        </p:nvPicPr>
        <p:blipFill>
          <a:blip r:embed="rId10"/>
          <a:stretch>
            <a:fillRect/>
          </a:stretch>
        </p:blipFill>
        <p:spPr>
          <a:xfrm>
            <a:off x="7391400" y="1028700"/>
            <a:ext cx="4419600" cy="1524000"/>
          </a:xfrm>
          <a:prstGeom prst="rect">
            <a:avLst/>
          </a:prstGeom>
        </p:spPr>
      </p:pic>
      <p:pic>
        <p:nvPicPr>
          <p:cNvPr id="10" name="Image 8" descr="preencoded.png"/>
          <p:cNvPicPr>
            <a:picLocks noChangeAspect="1"/>
          </p:cNvPicPr>
          <p:nvPr/>
        </p:nvPicPr>
        <p:blipFill>
          <a:blip r:embed="rId11"/>
          <a:stretch>
            <a:fillRect/>
          </a:stretch>
        </p:blipFill>
        <p:spPr>
          <a:xfrm>
            <a:off x="7505700" y="1181100"/>
            <a:ext cx="190500" cy="190500"/>
          </a:xfrm>
          <a:prstGeom prst="rect">
            <a:avLst/>
          </a:prstGeom>
        </p:spPr>
      </p:pic>
      <p:pic>
        <p:nvPicPr>
          <p:cNvPr id="11" name="Image 9" descr="preencoded.png"/>
          <p:cNvPicPr>
            <a:picLocks noChangeAspect="1"/>
          </p:cNvPicPr>
          <p:nvPr/>
        </p:nvPicPr>
        <p:blipFill>
          <a:blip r:embed="rId12"/>
          <a:stretch>
            <a:fillRect/>
          </a:stretch>
        </p:blipFill>
        <p:spPr>
          <a:xfrm>
            <a:off x="7505700" y="1524000"/>
            <a:ext cx="152400" cy="152400"/>
          </a:xfrm>
          <a:prstGeom prst="rect">
            <a:avLst/>
          </a:prstGeom>
        </p:spPr>
      </p:pic>
      <p:pic>
        <p:nvPicPr>
          <p:cNvPr id="12" name="Image 10" descr="preencoded.png"/>
          <p:cNvPicPr>
            <a:picLocks noChangeAspect="1"/>
          </p:cNvPicPr>
          <p:nvPr/>
        </p:nvPicPr>
        <p:blipFill>
          <a:blip r:embed="rId13"/>
          <a:stretch>
            <a:fillRect/>
          </a:stretch>
        </p:blipFill>
        <p:spPr>
          <a:xfrm>
            <a:off x="7505700" y="2019300"/>
            <a:ext cx="152400" cy="152400"/>
          </a:xfrm>
          <a:prstGeom prst="rect">
            <a:avLst/>
          </a:prstGeom>
        </p:spPr>
      </p:pic>
      <p:pic>
        <p:nvPicPr>
          <p:cNvPr id="13" name="Image 11" descr="preencoded.png"/>
          <p:cNvPicPr>
            <a:picLocks noChangeAspect="1"/>
          </p:cNvPicPr>
          <p:nvPr/>
        </p:nvPicPr>
        <p:blipFill>
          <a:blip r:embed="rId14"/>
          <a:stretch>
            <a:fillRect/>
          </a:stretch>
        </p:blipFill>
        <p:spPr>
          <a:xfrm>
            <a:off x="7391400" y="2667000"/>
            <a:ext cx="4419600" cy="1905000"/>
          </a:xfrm>
          <a:prstGeom prst="rect">
            <a:avLst/>
          </a:prstGeom>
        </p:spPr>
      </p:pic>
      <p:pic>
        <p:nvPicPr>
          <p:cNvPr id="14" name="Image 12" descr="preencoded.png"/>
          <p:cNvPicPr>
            <a:picLocks noChangeAspect="1"/>
          </p:cNvPicPr>
          <p:nvPr/>
        </p:nvPicPr>
        <p:blipFill>
          <a:blip r:embed="rId15"/>
          <a:stretch>
            <a:fillRect/>
          </a:stretch>
        </p:blipFill>
        <p:spPr>
          <a:xfrm>
            <a:off x="7505700" y="2819400"/>
            <a:ext cx="190500" cy="190500"/>
          </a:xfrm>
          <a:prstGeom prst="rect">
            <a:avLst/>
          </a:prstGeom>
        </p:spPr>
      </p:pic>
      <p:pic>
        <p:nvPicPr>
          <p:cNvPr id="15" name="Image 13" descr="preencoded.png"/>
          <p:cNvPicPr>
            <a:picLocks noChangeAspect="1"/>
          </p:cNvPicPr>
          <p:nvPr/>
        </p:nvPicPr>
        <p:blipFill>
          <a:blip r:embed="rId16"/>
          <a:stretch>
            <a:fillRect/>
          </a:stretch>
        </p:blipFill>
        <p:spPr>
          <a:xfrm>
            <a:off x="7505700" y="3124200"/>
            <a:ext cx="4191000" cy="1333500"/>
          </a:xfrm>
          <a:prstGeom prst="rect">
            <a:avLst/>
          </a:prstGeom>
        </p:spPr>
      </p:pic>
      <p:pic>
        <p:nvPicPr>
          <p:cNvPr id="16" name="Image 14" descr="preencoded.png"/>
          <p:cNvPicPr>
            <a:picLocks noChangeAspect="1"/>
          </p:cNvPicPr>
          <p:nvPr/>
        </p:nvPicPr>
        <p:blipFill>
          <a:blip r:embed="rId17"/>
          <a:stretch>
            <a:fillRect/>
          </a:stretch>
        </p:blipFill>
        <p:spPr>
          <a:xfrm>
            <a:off x="7505700" y="3124200"/>
            <a:ext cx="1079897" cy="266700"/>
          </a:xfrm>
          <a:prstGeom prst="rect">
            <a:avLst/>
          </a:prstGeom>
        </p:spPr>
      </p:pic>
      <p:pic>
        <p:nvPicPr>
          <p:cNvPr id="17" name="Image 15" descr="preencoded.png"/>
          <p:cNvPicPr>
            <a:picLocks noChangeAspect="1"/>
          </p:cNvPicPr>
          <p:nvPr/>
        </p:nvPicPr>
        <p:blipFill>
          <a:blip r:embed="rId18"/>
          <a:stretch>
            <a:fillRect/>
          </a:stretch>
        </p:blipFill>
        <p:spPr>
          <a:xfrm>
            <a:off x="8585597" y="3124200"/>
            <a:ext cx="1158329" cy="266700"/>
          </a:xfrm>
          <a:prstGeom prst="rect">
            <a:avLst/>
          </a:prstGeom>
        </p:spPr>
      </p:pic>
      <p:pic>
        <p:nvPicPr>
          <p:cNvPr id="18" name="Image 16" descr="preencoded.png"/>
          <p:cNvPicPr>
            <a:picLocks noChangeAspect="1"/>
          </p:cNvPicPr>
          <p:nvPr/>
        </p:nvPicPr>
        <p:blipFill>
          <a:blip r:embed="rId19"/>
          <a:stretch>
            <a:fillRect/>
          </a:stretch>
        </p:blipFill>
        <p:spPr>
          <a:xfrm>
            <a:off x="9743926" y="3124200"/>
            <a:ext cx="832991" cy="266700"/>
          </a:xfrm>
          <a:prstGeom prst="rect">
            <a:avLst/>
          </a:prstGeom>
        </p:spPr>
      </p:pic>
      <p:pic>
        <p:nvPicPr>
          <p:cNvPr id="19" name="Image 17" descr="preencoded.png"/>
          <p:cNvPicPr>
            <a:picLocks noChangeAspect="1"/>
          </p:cNvPicPr>
          <p:nvPr/>
        </p:nvPicPr>
        <p:blipFill>
          <a:blip r:embed="rId20"/>
          <a:stretch>
            <a:fillRect/>
          </a:stretch>
        </p:blipFill>
        <p:spPr>
          <a:xfrm>
            <a:off x="10576917" y="3124200"/>
            <a:ext cx="1119783" cy="266700"/>
          </a:xfrm>
          <a:prstGeom prst="rect">
            <a:avLst/>
          </a:prstGeom>
        </p:spPr>
      </p:pic>
      <p:pic>
        <p:nvPicPr>
          <p:cNvPr id="20" name="Image 18" descr="preencoded.png"/>
          <p:cNvPicPr>
            <a:picLocks noChangeAspect="1"/>
          </p:cNvPicPr>
          <p:nvPr/>
        </p:nvPicPr>
        <p:blipFill>
          <a:blip r:embed="rId21"/>
          <a:stretch>
            <a:fillRect/>
          </a:stretch>
        </p:blipFill>
        <p:spPr>
          <a:xfrm>
            <a:off x="7505700" y="3390900"/>
            <a:ext cx="4191000" cy="266700"/>
          </a:xfrm>
          <a:prstGeom prst="rect">
            <a:avLst/>
          </a:prstGeom>
        </p:spPr>
      </p:pic>
      <p:pic>
        <p:nvPicPr>
          <p:cNvPr id="21" name="Image 19" descr="preencoded.png"/>
          <p:cNvPicPr>
            <a:picLocks noChangeAspect="1"/>
          </p:cNvPicPr>
          <p:nvPr/>
        </p:nvPicPr>
        <p:blipFill>
          <a:blip r:embed="rId21"/>
          <a:stretch>
            <a:fillRect/>
          </a:stretch>
        </p:blipFill>
        <p:spPr>
          <a:xfrm>
            <a:off x="7505700" y="3657600"/>
            <a:ext cx="4191000" cy="266700"/>
          </a:xfrm>
          <a:prstGeom prst="rect">
            <a:avLst/>
          </a:prstGeom>
        </p:spPr>
      </p:pic>
      <p:pic>
        <p:nvPicPr>
          <p:cNvPr id="22" name="Image 20" descr="preencoded.png"/>
          <p:cNvPicPr>
            <a:picLocks noChangeAspect="1"/>
          </p:cNvPicPr>
          <p:nvPr/>
        </p:nvPicPr>
        <p:blipFill>
          <a:blip r:embed="rId21"/>
          <a:stretch>
            <a:fillRect/>
          </a:stretch>
        </p:blipFill>
        <p:spPr>
          <a:xfrm>
            <a:off x="7505700" y="3924300"/>
            <a:ext cx="4191000" cy="266700"/>
          </a:xfrm>
          <a:prstGeom prst="rect">
            <a:avLst/>
          </a:prstGeom>
        </p:spPr>
      </p:pic>
      <p:pic>
        <p:nvPicPr>
          <p:cNvPr id="23" name="Image 21" descr="preencoded.png"/>
          <p:cNvPicPr>
            <a:picLocks noChangeAspect="1"/>
          </p:cNvPicPr>
          <p:nvPr/>
        </p:nvPicPr>
        <p:blipFill>
          <a:blip r:embed="rId22"/>
          <a:stretch>
            <a:fillRect/>
          </a:stretch>
        </p:blipFill>
        <p:spPr>
          <a:xfrm>
            <a:off x="0" y="6781800"/>
            <a:ext cx="12192000" cy="76200"/>
          </a:xfrm>
          <a:prstGeom prst="rect">
            <a:avLst/>
          </a:prstGeom>
        </p:spPr>
      </p:pic>
      <p:sp>
        <p:nvSpPr>
          <p:cNvPr id="24" name="Text 0"/>
          <p:cNvSpPr/>
          <p:nvPr/>
        </p:nvSpPr>
        <p:spPr>
          <a:xfrm>
            <a:off x="381000" y="3810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Độ chính xác theo từng </a:t>
            </a:r>
            <a:r>
              <a:rPr lang="en-US" sz="2700" b="1" dirty="0">
                <a:solidFill>
                  <a:srgbClr val="FF7F50"/>
                </a:solidFill>
                <a:latin typeface="ui-sans-serif" pitchFamily="34" charset="0"/>
                <a:ea typeface="ui-sans-serif" pitchFamily="34" charset="-122"/>
                <a:cs typeface="ui-sans-serif" pitchFamily="34" charset="-120"/>
              </a:rPr>
              <a:t>cảm xúc</a:t>
            </a:r>
            <a:endParaRPr lang="en-US" sz="2700" dirty="0"/>
          </a:p>
        </p:txBody>
      </p:sp>
      <p:sp>
        <p:nvSpPr>
          <p:cNvPr id="25" name="Text 1"/>
          <p:cNvSpPr/>
          <p:nvPr/>
        </p:nvSpPr>
        <p:spPr>
          <a:xfrm>
            <a:off x="-152400" y="1143000"/>
            <a:ext cx="77724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374151"/>
                </a:solidFill>
                <a:latin typeface="ui-sans-serif" pitchFamily="34" charset="0"/>
                <a:ea typeface="ui-sans-serif" pitchFamily="34" charset="-122"/>
                <a:cs typeface="ui-sans-serif" pitchFamily="34" charset="-120"/>
              </a:rPr>
              <a:t>Đồ thị F1-Score theo từng cảm xúc</a:t>
            </a:r>
            <a:endParaRPr lang="en-US" sz="1500" dirty="0"/>
          </a:p>
        </p:txBody>
      </p:sp>
      <p:sp>
        <p:nvSpPr>
          <p:cNvPr id="26" name="Text 2"/>
          <p:cNvSpPr/>
          <p:nvPr/>
        </p:nvSpPr>
        <p:spPr>
          <a:xfrm>
            <a:off x="2544023" y="5753100"/>
            <a:ext cx="2379405"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6B7280"/>
                </a:solidFill>
                <a:highlight>
                  <a:srgbClr val="E5E7EB"/>
                </a:highlight>
                <a:latin typeface="ui-sans-serif" pitchFamily="34" charset="0"/>
                <a:ea typeface="ui-sans-serif" pitchFamily="34" charset="-122"/>
                <a:cs typeface="ui-sans-serif" pitchFamily="34" charset="-120"/>
              </a:rPr>
              <a:t>F1-Score trung bình: 78.5%</a:t>
            </a:r>
            <a:endParaRPr lang="en-US" sz="1050" dirty="0"/>
          </a:p>
        </p:txBody>
      </p:sp>
      <p:sp>
        <p:nvSpPr>
          <p:cNvPr id="27" name="Text 3"/>
          <p:cNvSpPr/>
          <p:nvPr/>
        </p:nvSpPr>
        <p:spPr>
          <a:xfrm>
            <a:off x="7772400" y="1143000"/>
            <a:ext cx="4191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Phân tích kết quả</a:t>
            </a:r>
            <a:endParaRPr lang="en-US" sz="1500" dirty="0"/>
          </a:p>
        </p:txBody>
      </p:sp>
      <p:sp>
        <p:nvSpPr>
          <p:cNvPr id="28" name="Text 4"/>
          <p:cNvSpPr/>
          <p:nvPr/>
        </p:nvSpPr>
        <p:spPr>
          <a:xfrm>
            <a:off x="7734300" y="1485900"/>
            <a:ext cx="39624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Mô hình đạt F1-Score cao nhất với cảm xúc "Happy" (87%)</a:t>
            </a:r>
            <a:endParaRPr lang="en-US" sz="1200" dirty="0"/>
          </a:p>
        </p:txBody>
      </p:sp>
      <p:sp>
        <p:nvSpPr>
          <p:cNvPr id="29" name="Text 5"/>
          <p:cNvSpPr/>
          <p:nvPr/>
        </p:nvSpPr>
        <p:spPr>
          <a:xfrm>
            <a:off x="7734300" y="1981200"/>
            <a:ext cx="39624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Cảm xúc "Fear" (72%) và "Sad" (74%) là những trường hợp khó nhận diện nhất</a:t>
            </a:r>
            <a:endParaRPr lang="en-US" sz="1200" dirty="0"/>
          </a:p>
        </p:txBody>
      </p:sp>
      <p:sp>
        <p:nvSpPr>
          <p:cNvPr id="30" name="Text 6"/>
          <p:cNvSpPr/>
          <p:nvPr/>
        </p:nvSpPr>
        <p:spPr>
          <a:xfrm>
            <a:off x="7772400" y="2781300"/>
            <a:ext cx="5029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Bảng kết quả chi tiết</a:t>
            </a:r>
            <a:endParaRPr lang="en-US" sz="1500" dirty="0"/>
          </a:p>
        </p:txBody>
      </p:sp>
      <p:sp>
        <p:nvSpPr>
          <p:cNvPr id="31" name="Text 7"/>
          <p:cNvSpPr/>
          <p:nvPr/>
        </p:nvSpPr>
        <p:spPr>
          <a:xfrm>
            <a:off x="7581900" y="3124200"/>
            <a:ext cx="1295876" cy="266700"/>
          </a:xfrm>
          <a:prstGeom prst="rect">
            <a:avLst/>
          </a:prstGeom>
          <a:noFill/>
          <a:ln/>
        </p:spPr>
        <p:txBody>
          <a:bodyPr vert="horz" wrap="square" lIns="0" tIns="0" rIns="0" bIns="0" rtlCol="0" anchor="t"/>
          <a:lstStyle/>
          <a:p>
            <a:pPr marL="0" indent="0" algn="l">
              <a:lnSpc>
                <a:spcPts val="1500"/>
              </a:lnSpc>
              <a:buNone/>
            </a:pPr>
            <a:r>
              <a:rPr lang="en-US" sz="1050" b="1" dirty="0">
                <a:solidFill>
                  <a:srgbClr val="4B5563"/>
                </a:solidFill>
                <a:latin typeface="ui-sans-serif" pitchFamily="34" charset="0"/>
                <a:ea typeface="ui-sans-serif" pitchFamily="34" charset="-122"/>
                <a:cs typeface="ui-sans-serif" pitchFamily="34" charset="-120"/>
              </a:rPr>
              <a:t>Cảm xúc</a:t>
            </a:r>
            <a:endParaRPr lang="en-US" sz="1050" dirty="0"/>
          </a:p>
        </p:txBody>
      </p:sp>
      <p:sp>
        <p:nvSpPr>
          <p:cNvPr id="32" name="Text 8"/>
          <p:cNvSpPr/>
          <p:nvPr/>
        </p:nvSpPr>
        <p:spPr>
          <a:xfrm>
            <a:off x="8469764" y="3124200"/>
            <a:ext cx="1389995"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4B5563"/>
                </a:solidFill>
                <a:latin typeface="ui-sans-serif" pitchFamily="34" charset="0"/>
                <a:ea typeface="ui-sans-serif" pitchFamily="34" charset="-122"/>
                <a:cs typeface="ui-sans-serif" pitchFamily="34" charset="-120"/>
              </a:rPr>
              <a:t>Precision</a:t>
            </a:r>
            <a:endParaRPr lang="en-US" sz="1050" dirty="0"/>
          </a:p>
        </p:txBody>
      </p:sp>
      <p:sp>
        <p:nvSpPr>
          <p:cNvPr id="33" name="Text 9"/>
          <p:cNvSpPr/>
          <p:nvPr/>
        </p:nvSpPr>
        <p:spPr>
          <a:xfrm>
            <a:off x="9660627" y="3124200"/>
            <a:ext cx="999589"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4B5563"/>
                </a:solidFill>
                <a:latin typeface="ui-sans-serif" pitchFamily="34" charset="0"/>
                <a:ea typeface="ui-sans-serif" pitchFamily="34" charset="-122"/>
                <a:cs typeface="ui-sans-serif" pitchFamily="34" charset="-120"/>
              </a:rPr>
              <a:t>Recall</a:t>
            </a:r>
            <a:endParaRPr lang="en-US" sz="1050" dirty="0"/>
          </a:p>
        </p:txBody>
      </p:sp>
      <p:sp>
        <p:nvSpPr>
          <p:cNvPr id="34" name="Text 10"/>
          <p:cNvSpPr/>
          <p:nvPr/>
        </p:nvSpPr>
        <p:spPr>
          <a:xfrm>
            <a:off x="10464939" y="3124200"/>
            <a:ext cx="1343739"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4B5563"/>
                </a:solidFill>
                <a:latin typeface="ui-sans-serif" pitchFamily="34" charset="0"/>
                <a:ea typeface="ui-sans-serif" pitchFamily="34" charset="-122"/>
                <a:cs typeface="ui-sans-serif" pitchFamily="34" charset="-120"/>
              </a:rPr>
              <a:t>F1-Score</a:t>
            </a:r>
            <a:endParaRPr lang="en-US" sz="1050" dirty="0"/>
          </a:p>
        </p:txBody>
      </p:sp>
      <p:sp>
        <p:nvSpPr>
          <p:cNvPr id="35" name="Text 11"/>
          <p:cNvSpPr/>
          <p:nvPr/>
        </p:nvSpPr>
        <p:spPr>
          <a:xfrm>
            <a:off x="7581900" y="3390900"/>
            <a:ext cx="1079897" cy="2667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Happy</a:t>
            </a:r>
            <a:endParaRPr lang="en-US" sz="1050" dirty="0"/>
          </a:p>
        </p:txBody>
      </p:sp>
      <p:sp>
        <p:nvSpPr>
          <p:cNvPr id="36" name="Text 12"/>
          <p:cNvSpPr/>
          <p:nvPr/>
        </p:nvSpPr>
        <p:spPr>
          <a:xfrm>
            <a:off x="8585597" y="3390900"/>
            <a:ext cx="1158329"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88%</a:t>
            </a:r>
            <a:endParaRPr lang="en-US" sz="1050" dirty="0"/>
          </a:p>
        </p:txBody>
      </p:sp>
      <p:sp>
        <p:nvSpPr>
          <p:cNvPr id="37" name="Text 13"/>
          <p:cNvSpPr/>
          <p:nvPr/>
        </p:nvSpPr>
        <p:spPr>
          <a:xfrm>
            <a:off x="9743926" y="3390900"/>
            <a:ext cx="832991"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86%</a:t>
            </a:r>
            <a:endParaRPr lang="en-US" sz="1050" dirty="0"/>
          </a:p>
        </p:txBody>
      </p:sp>
      <p:sp>
        <p:nvSpPr>
          <p:cNvPr id="38" name="Text 14"/>
          <p:cNvSpPr/>
          <p:nvPr/>
        </p:nvSpPr>
        <p:spPr>
          <a:xfrm>
            <a:off x="10576917" y="3390900"/>
            <a:ext cx="1119783"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F97316"/>
                </a:solidFill>
                <a:latin typeface="ui-sans-serif" pitchFamily="34" charset="0"/>
                <a:ea typeface="ui-sans-serif" pitchFamily="34" charset="-122"/>
                <a:cs typeface="ui-sans-serif" pitchFamily="34" charset="-120"/>
              </a:rPr>
              <a:t>87%</a:t>
            </a:r>
            <a:endParaRPr lang="en-US" sz="1050" dirty="0"/>
          </a:p>
        </p:txBody>
      </p:sp>
      <p:sp>
        <p:nvSpPr>
          <p:cNvPr id="39" name="Text 15"/>
          <p:cNvSpPr/>
          <p:nvPr/>
        </p:nvSpPr>
        <p:spPr>
          <a:xfrm>
            <a:off x="7581900" y="3657600"/>
            <a:ext cx="1079897" cy="2667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Angry</a:t>
            </a:r>
            <a:endParaRPr lang="en-US" sz="1050" dirty="0"/>
          </a:p>
        </p:txBody>
      </p:sp>
      <p:sp>
        <p:nvSpPr>
          <p:cNvPr id="40" name="Text 16"/>
          <p:cNvSpPr/>
          <p:nvPr/>
        </p:nvSpPr>
        <p:spPr>
          <a:xfrm>
            <a:off x="8585597" y="3657600"/>
            <a:ext cx="1158329"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81%</a:t>
            </a:r>
            <a:endParaRPr lang="en-US" sz="1050" dirty="0"/>
          </a:p>
        </p:txBody>
      </p:sp>
      <p:sp>
        <p:nvSpPr>
          <p:cNvPr id="41" name="Text 17"/>
          <p:cNvSpPr/>
          <p:nvPr/>
        </p:nvSpPr>
        <p:spPr>
          <a:xfrm>
            <a:off x="9743926" y="3657600"/>
            <a:ext cx="832991"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80%</a:t>
            </a:r>
            <a:endParaRPr lang="en-US" sz="1050" dirty="0"/>
          </a:p>
        </p:txBody>
      </p:sp>
      <p:sp>
        <p:nvSpPr>
          <p:cNvPr id="42" name="Text 18"/>
          <p:cNvSpPr/>
          <p:nvPr/>
        </p:nvSpPr>
        <p:spPr>
          <a:xfrm>
            <a:off x="10464939" y="3657600"/>
            <a:ext cx="1343739"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000000"/>
                </a:solidFill>
                <a:latin typeface="ui-sans-serif" pitchFamily="34" charset="0"/>
                <a:ea typeface="ui-sans-serif" pitchFamily="34" charset="-122"/>
                <a:cs typeface="ui-sans-serif" pitchFamily="34" charset="-120"/>
              </a:rPr>
              <a:t>80.5%</a:t>
            </a:r>
            <a:endParaRPr lang="en-US" sz="1050" dirty="0"/>
          </a:p>
        </p:txBody>
      </p:sp>
      <p:sp>
        <p:nvSpPr>
          <p:cNvPr id="43" name="Text 19"/>
          <p:cNvSpPr/>
          <p:nvPr/>
        </p:nvSpPr>
        <p:spPr>
          <a:xfrm>
            <a:off x="7581900" y="3924300"/>
            <a:ext cx="1295876" cy="2667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Surprise</a:t>
            </a:r>
            <a:endParaRPr lang="en-US" sz="1050" dirty="0"/>
          </a:p>
        </p:txBody>
      </p:sp>
      <p:sp>
        <p:nvSpPr>
          <p:cNvPr id="44" name="Text 20"/>
          <p:cNvSpPr/>
          <p:nvPr/>
        </p:nvSpPr>
        <p:spPr>
          <a:xfrm>
            <a:off x="8585597" y="3924300"/>
            <a:ext cx="1158329"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80%</a:t>
            </a:r>
            <a:endParaRPr lang="en-US" sz="1050" dirty="0"/>
          </a:p>
        </p:txBody>
      </p:sp>
      <p:sp>
        <p:nvSpPr>
          <p:cNvPr id="45" name="Text 21"/>
          <p:cNvSpPr/>
          <p:nvPr/>
        </p:nvSpPr>
        <p:spPr>
          <a:xfrm>
            <a:off x="9743926" y="3924300"/>
            <a:ext cx="832991"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80%</a:t>
            </a:r>
            <a:endParaRPr lang="en-US" sz="1050" dirty="0"/>
          </a:p>
        </p:txBody>
      </p:sp>
      <p:sp>
        <p:nvSpPr>
          <p:cNvPr id="46" name="Text 22"/>
          <p:cNvSpPr/>
          <p:nvPr/>
        </p:nvSpPr>
        <p:spPr>
          <a:xfrm>
            <a:off x="10576917" y="3924300"/>
            <a:ext cx="1119783"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000000"/>
                </a:solidFill>
                <a:latin typeface="ui-sans-serif" pitchFamily="34" charset="0"/>
                <a:ea typeface="ui-sans-serif" pitchFamily="34" charset="-122"/>
                <a:cs typeface="ui-sans-serif" pitchFamily="34" charset="-120"/>
              </a:rPr>
              <a:t>80%</a:t>
            </a:r>
            <a:endParaRPr lang="en-US" sz="1050" dirty="0"/>
          </a:p>
        </p:txBody>
      </p:sp>
      <p:sp>
        <p:nvSpPr>
          <p:cNvPr id="47" name="Text 23"/>
          <p:cNvSpPr/>
          <p:nvPr/>
        </p:nvSpPr>
        <p:spPr>
          <a:xfrm>
            <a:off x="7581900" y="4191000"/>
            <a:ext cx="1295876" cy="2667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Neutral</a:t>
            </a:r>
            <a:endParaRPr lang="en-US" sz="1050" dirty="0"/>
          </a:p>
        </p:txBody>
      </p:sp>
      <p:sp>
        <p:nvSpPr>
          <p:cNvPr id="48" name="Text 24"/>
          <p:cNvSpPr/>
          <p:nvPr/>
        </p:nvSpPr>
        <p:spPr>
          <a:xfrm>
            <a:off x="8585597" y="4191000"/>
            <a:ext cx="1158329"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76%</a:t>
            </a:r>
            <a:endParaRPr lang="en-US" sz="1050" dirty="0"/>
          </a:p>
        </p:txBody>
      </p:sp>
      <p:sp>
        <p:nvSpPr>
          <p:cNvPr id="49" name="Text 25"/>
          <p:cNvSpPr/>
          <p:nvPr/>
        </p:nvSpPr>
        <p:spPr>
          <a:xfrm>
            <a:off x="9743926" y="4191000"/>
            <a:ext cx="832991" cy="2667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76%</a:t>
            </a:r>
            <a:endParaRPr lang="en-US" sz="1050" dirty="0"/>
          </a:p>
        </p:txBody>
      </p:sp>
      <p:sp>
        <p:nvSpPr>
          <p:cNvPr id="50" name="Text 26"/>
          <p:cNvSpPr/>
          <p:nvPr/>
        </p:nvSpPr>
        <p:spPr>
          <a:xfrm>
            <a:off x="10576917" y="4191000"/>
            <a:ext cx="1119783"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000000"/>
                </a:solidFill>
                <a:latin typeface="ui-sans-serif" pitchFamily="34" charset="0"/>
                <a:ea typeface="ui-sans-serif" pitchFamily="34" charset="-122"/>
                <a:cs typeface="ui-sans-serif" pitchFamily="34" charset="-120"/>
              </a:rPr>
              <a:t>76%</a:t>
            </a:r>
            <a:endParaRPr lang="en-US" sz="1050" dirty="0"/>
          </a:p>
        </p:txBody>
      </p:sp>
      <p:sp>
        <p:nvSpPr>
          <p:cNvPr id="51" name="Text 27"/>
          <p:cNvSpPr/>
          <p:nvPr/>
        </p:nvSpPr>
        <p:spPr>
          <a:xfrm>
            <a:off x="381000" y="6286500"/>
            <a:ext cx="132516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8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anim calcmode="lin" valueType="num">
                                      <p:cBhvr>
                                        <p:cTn id="18" dur="1000" fill="hold"/>
                                        <p:tgtEl>
                                          <p:spTgt spid="25"/>
                                        </p:tgtEl>
                                        <p:attrNameLst>
                                          <p:attrName>ppt_x</p:attrName>
                                        </p:attrNameLst>
                                      </p:cBhvr>
                                      <p:tavLst>
                                        <p:tav tm="0">
                                          <p:val>
                                            <p:strVal val="#ppt_x"/>
                                          </p:val>
                                        </p:tav>
                                        <p:tav tm="100000">
                                          <p:val>
                                            <p:strVal val="#ppt_x"/>
                                          </p:val>
                                        </p:tav>
                                      </p:tavLst>
                                    </p:anim>
                                    <p:anim calcmode="lin" valueType="num">
                                      <p:cBhvr>
                                        <p:cTn id="19" dur="1000" fill="hold"/>
                                        <p:tgtEl>
                                          <p:spTgt spid="2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1000"/>
                                        <p:tgtEl>
                                          <p:spTgt spid="27"/>
                                        </p:tgtEl>
                                      </p:cBhvr>
                                    </p:animEffect>
                                    <p:anim calcmode="lin" valueType="num">
                                      <p:cBhvr>
                                        <p:cTn id="42" dur="1000" fill="hold"/>
                                        <p:tgtEl>
                                          <p:spTgt spid="27"/>
                                        </p:tgtEl>
                                        <p:attrNameLst>
                                          <p:attrName>ppt_x</p:attrName>
                                        </p:attrNameLst>
                                      </p:cBhvr>
                                      <p:tavLst>
                                        <p:tav tm="0">
                                          <p:val>
                                            <p:strVal val="#ppt_x"/>
                                          </p:val>
                                        </p:tav>
                                        <p:tav tm="100000">
                                          <p:val>
                                            <p:strVal val="#ppt_x"/>
                                          </p:val>
                                        </p:tav>
                                      </p:tavLst>
                                    </p:anim>
                                    <p:anim calcmode="lin" valueType="num">
                                      <p:cBhvr>
                                        <p:cTn id="43" dur="1000" fill="hold"/>
                                        <p:tgtEl>
                                          <p:spTgt spid="27"/>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anim calcmode="lin" valueType="num">
                                      <p:cBhvr>
                                        <p:cTn id="47" dur="1000" fill="hold"/>
                                        <p:tgtEl>
                                          <p:spTgt spid="10"/>
                                        </p:tgtEl>
                                        <p:attrNameLst>
                                          <p:attrName>ppt_x</p:attrName>
                                        </p:attrNameLst>
                                      </p:cBhvr>
                                      <p:tavLst>
                                        <p:tav tm="0">
                                          <p:val>
                                            <p:strVal val="#ppt_x"/>
                                          </p:val>
                                        </p:tav>
                                        <p:tav tm="100000">
                                          <p:val>
                                            <p:strVal val="#ppt_x"/>
                                          </p:val>
                                        </p:tav>
                                      </p:tavLst>
                                    </p:anim>
                                    <p:anim calcmode="lin" valueType="num">
                                      <p:cBhvr>
                                        <p:cTn id="4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1000"/>
                                        <p:tgtEl>
                                          <p:spTgt spid="28"/>
                                        </p:tgtEl>
                                      </p:cBhvr>
                                    </p:animEffect>
                                    <p:anim calcmode="lin" valueType="num">
                                      <p:cBhvr>
                                        <p:cTn id="54" dur="1000" fill="hold"/>
                                        <p:tgtEl>
                                          <p:spTgt spid="28"/>
                                        </p:tgtEl>
                                        <p:attrNameLst>
                                          <p:attrName>ppt_x</p:attrName>
                                        </p:attrNameLst>
                                      </p:cBhvr>
                                      <p:tavLst>
                                        <p:tav tm="0">
                                          <p:val>
                                            <p:strVal val="#ppt_x"/>
                                          </p:val>
                                        </p:tav>
                                        <p:tav tm="100000">
                                          <p:val>
                                            <p:strVal val="#ppt_x"/>
                                          </p:val>
                                        </p:tav>
                                      </p:tavLst>
                                    </p:anim>
                                    <p:anim calcmode="lin" valueType="num">
                                      <p:cBhvr>
                                        <p:cTn id="55" dur="1000" fill="hold"/>
                                        <p:tgtEl>
                                          <p:spTgt spid="28"/>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1000"/>
                                        <p:tgtEl>
                                          <p:spTgt spid="11"/>
                                        </p:tgtEl>
                                      </p:cBhvr>
                                    </p:animEffect>
                                    <p:anim calcmode="lin" valueType="num">
                                      <p:cBhvr>
                                        <p:cTn id="59" dur="1000" fill="hold"/>
                                        <p:tgtEl>
                                          <p:spTgt spid="11"/>
                                        </p:tgtEl>
                                        <p:attrNameLst>
                                          <p:attrName>ppt_x</p:attrName>
                                        </p:attrNameLst>
                                      </p:cBhvr>
                                      <p:tavLst>
                                        <p:tav tm="0">
                                          <p:val>
                                            <p:strVal val="#ppt_x"/>
                                          </p:val>
                                        </p:tav>
                                        <p:tav tm="100000">
                                          <p:val>
                                            <p:strVal val="#ppt_x"/>
                                          </p:val>
                                        </p:tav>
                                      </p:tavLst>
                                    </p:anim>
                                    <p:anim calcmode="lin" valueType="num">
                                      <p:cBhvr>
                                        <p:cTn id="6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1000"/>
                                        <p:tgtEl>
                                          <p:spTgt spid="29"/>
                                        </p:tgtEl>
                                      </p:cBhvr>
                                    </p:animEffect>
                                    <p:anim calcmode="lin" valueType="num">
                                      <p:cBhvr>
                                        <p:cTn id="66" dur="1000" fill="hold"/>
                                        <p:tgtEl>
                                          <p:spTgt spid="29"/>
                                        </p:tgtEl>
                                        <p:attrNameLst>
                                          <p:attrName>ppt_x</p:attrName>
                                        </p:attrNameLst>
                                      </p:cBhvr>
                                      <p:tavLst>
                                        <p:tav tm="0">
                                          <p:val>
                                            <p:strVal val="#ppt_x"/>
                                          </p:val>
                                        </p:tav>
                                        <p:tav tm="100000">
                                          <p:val>
                                            <p:strVal val="#ppt_x"/>
                                          </p:val>
                                        </p:tav>
                                      </p:tavLst>
                                    </p:anim>
                                    <p:anim calcmode="lin" valueType="num">
                                      <p:cBhvr>
                                        <p:cTn id="67" dur="1000" fill="hold"/>
                                        <p:tgtEl>
                                          <p:spTgt spid="29"/>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1000"/>
                                        <p:tgtEl>
                                          <p:spTgt spid="12"/>
                                        </p:tgtEl>
                                      </p:cBhvr>
                                    </p:animEffect>
                                    <p:anim calcmode="lin" valueType="num">
                                      <p:cBhvr>
                                        <p:cTn id="71" dur="1000" fill="hold"/>
                                        <p:tgtEl>
                                          <p:spTgt spid="12"/>
                                        </p:tgtEl>
                                        <p:attrNameLst>
                                          <p:attrName>ppt_x</p:attrName>
                                        </p:attrNameLst>
                                      </p:cBhvr>
                                      <p:tavLst>
                                        <p:tav tm="0">
                                          <p:val>
                                            <p:strVal val="#ppt_x"/>
                                          </p:val>
                                        </p:tav>
                                        <p:tav tm="100000">
                                          <p:val>
                                            <p:strVal val="#ppt_x"/>
                                          </p:val>
                                        </p:tav>
                                      </p:tavLst>
                                    </p:anim>
                                    <p:anim calcmode="lin" valueType="num">
                                      <p:cBhvr>
                                        <p:cTn id="7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1000"/>
                                        <p:tgtEl>
                                          <p:spTgt spid="13"/>
                                        </p:tgtEl>
                                      </p:cBhvr>
                                    </p:animEffect>
                                    <p:anim calcmode="lin" valueType="num">
                                      <p:cBhvr>
                                        <p:cTn id="78" dur="1000" fill="hold"/>
                                        <p:tgtEl>
                                          <p:spTgt spid="13"/>
                                        </p:tgtEl>
                                        <p:attrNameLst>
                                          <p:attrName>ppt_x</p:attrName>
                                        </p:attrNameLst>
                                      </p:cBhvr>
                                      <p:tavLst>
                                        <p:tav tm="0">
                                          <p:val>
                                            <p:strVal val="#ppt_x"/>
                                          </p:val>
                                        </p:tav>
                                        <p:tav tm="100000">
                                          <p:val>
                                            <p:strVal val="#ppt_x"/>
                                          </p:val>
                                        </p:tav>
                                      </p:tavLst>
                                    </p:anim>
                                    <p:anim calcmode="lin" valueType="num">
                                      <p:cBhvr>
                                        <p:cTn id="79" dur="1000" fill="hold"/>
                                        <p:tgtEl>
                                          <p:spTgt spid="1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1000"/>
                                        <p:tgtEl>
                                          <p:spTgt spid="30"/>
                                        </p:tgtEl>
                                      </p:cBhvr>
                                    </p:animEffect>
                                    <p:anim calcmode="lin" valueType="num">
                                      <p:cBhvr>
                                        <p:cTn id="83" dur="1000" fill="hold"/>
                                        <p:tgtEl>
                                          <p:spTgt spid="30"/>
                                        </p:tgtEl>
                                        <p:attrNameLst>
                                          <p:attrName>ppt_x</p:attrName>
                                        </p:attrNameLst>
                                      </p:cBhvr>
                                      <p:tavLst>
                                        <p:tav tm="0">
                                          <p:val>
                                            <p:strVal val="#ppt_x"/>
                                          </p:val>
                                        </p:tav>
                                        <p:tav tm="100000">
                                          <p:val>
                                            <p:strVal val="#ppt_x"/>
                                          </p:val>
                                        </p:tav>
                                      </p:tavLst>
                                    </p:anim>
                                    <p:anim calcmode="lin" valueType="num">
                                      <p:cBhvr>
                                        <p:cTn id="84" dur="1000" fill="hold"/>
                                        <p:tgtEl>
                                          <p:spTgt spid="30"/>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fade">
                                      <p:cBhvr>
                                        <p:cTn id="87" dur="1000"/>
                                        <p:tgtEl>
                                          <p:spTgt spid="14"/>
                                        </p:tgtEl>
                                      </p:cBhvr>
                                    </p:animEffect>
                                    <p:anim calcmode="lin" valueType="num">
                                      <p:cBhvr>
                                        <p:cTn id="88" dur="1000" fill="hold"/>
                                        <p:tgtEl>
                                          <p:spTgt spid="14"/>
                                        </p:tgtEl>
                                        <p:attrNameLst>
                                          <p:attrName>ppt_x</p:attrName>
                                        </p:attrNameLst>
                                      </p:cBhvr>
                                      <p:tavLst>
                                        <p:tav tm="0">
                                          <p:val>
                                            <p:strVal val="#ppt_x"/>
                                          </p:val>
                                        </p:tav>
                                        <p:tav tm="100000">
                                          <p:val>
                                            <p:strVal val="#ppt_x"/>
                                          </p:val>
                                        </p:tav>
                                      </p:tavLst>
                                    </p:anim>
                                    <p:anim calcmode="lin" valueType="num">
                                      <p:cBhvr>
                                        <p:cTn id="8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1000"/>
                                        <p:tgtEl>
                                          <p:spTgt spid="32"/>
                                        </p:tgtEl>
                                      </p:cBhvr>
                                    </p:animEffect>
                                    <p:anim calcmode="lin" valueType="num">
                                      <p:cBhvr>
                                        <p:cTn id="95" dur="1000" fill="hold"/>
                                        <p:tgtEl>
                                          <p:spTgt spid="32"/>
                                        </p:tgtEl>
                                        <p:attrNameLst>
                                          <p:attrName>ppt_x</p:attrName>
                                        </p:attrNameLst>
                                      </p:cBhvr>
                                      <p:tavLst>
                                        <p:tav tm="0">
                                          <p:val>
                                            <p:strVal val="#ppt_x"/>
                                          </p:val>
                                        </p:tav>
                                        <p:tav tm="100000">
                                          <p:val>
                                            <p:strVal val="#ppt_x"/>
                                          </p:val>
                                        </p:tav>
                                      </p:tavLst>
                                    </p:anim>
                                    <p:anim calcmode="lin" valueType="num">
                                      <p:cBhvr>
                                        <p:cTn id="96" dur="1000" fill="hold"/>
                                        <p:tgtEl>
                                          <p:spTgt spid="32"/>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1000"/>
                                        <p:tgtEl>
                                          <p:spTgt spid="33"/>
                                        </p:tgtEl>
                                      </p:cBhvr>
                                    </p:animEffect>
                                    <p:anim calcmode="lin" valueType="num">
                                      <p:cBhvr>
                                        <p:cTn id="100" dur="1000" fill="hold"/>
                                        <p:tgtEl>
                                          <p:spTgt spid="33"/>
                                        </p:tgtEl>
                                        <p:attrNameLst>
                                          <p:attrName>ppt_x</p:attrName>
                                        </p:attrNameLst>
                                      </p:cBhvr>
                                      <p:tavLst>
                                        <p:tav tm="0">
                                          <p:val>
                                            <p:strVal val="#ppt_x"/>
                                          </p:val>
                                        </p:tav>
                                        <p:tav tm="100000">
                                          <p:val>
                                            <p:strVal val="#ppt_x"/>
                                          </p:val>
                                        </p:tav>
                                      </p:tavLst>
                                    </p:anim>
                                    <p:anim calcmode="lin" valueType="num">
                                      <p:cBhvr>
                                        <p:cTn id="101" dur="1000" fill="hold"/>
                                        <p:tgtEl>
                                          <p:spTgt spid="33"/>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1000"/>
                                        <p:tgtEl>
                                          <p:spTgt spid="34"/>
                                        </p:tgtEl>
                                      </p:cBhvr>
                                    </p:animEffect>
                                    <p:anim calcmode="lin" valueType="num">
                                      <p:cBhvr>
                                        <p:cTn id="105" dur="1000" fill="hold"/>
                                        <p:tgtEl>
                                          <p:spTgt spid="34"/>
                                        </p:tgtEl>
                                        <p:attrNameLst>
                                          <p:attrName>ppt_x</p:attrName>
                                        </p:attrNameLst>
                                      </p:cBhvr>
                                      <p:tavLst>
                                        <p:tav tm="0">
                                          <p:val>
                                            <p:strVal val="#ppt_x"/>
                                          </p:val>
                                        </p:tav>
                                        <p:tav tm="100000">
                                          <p:val>
                                            <p:strVal val="#ppt_x"/>
                                          </p:val>
                                        </p:tav>
                                      </p:tavLst>
                                    </p:anim>
                                    <p:anim calcmode="lin" valueType="num">
                                      <p:cBhvr>
                                        <p:cTn id="106" dur="1000" fill="hold"/>
                                        <p:tgtEl>
                                          <p:spTgt spid="34"/>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1000"/>
                                        <p:tgtEl>
                                          <p:spTgt spid="31"/>
                                        </p:tgtEl>
                                      </p:cBhvr>
                                    </p:animEffect>
                                    <p:anim calcmode="lin" valueType="num">
                                      <p:cBhvr>
                                        <p:cTn id="110" dur="1000" fill="hold"/>
                                        <p:tgtEl>
                                          <p:spTgt spid="31"/>
                                        </p:tgtEl>
                                        <p:attrNameLst>
                                          <p:attrName>ppt_x</p:attrName>
                                        </p:attrNameLst>
                                      </p:cBhvr>
                                      <p:tavLst>
                                        <p:tav tm="0">
                                          <p:val>
                                            <p:strVal val="#ppt_x"/>
                                          </p:val>
                                        </p:tav>
                                        <p:tav tm="100000">
                                          <p:val>
                                            <p:strVal val="#ppt_x"/>
                                          </p:val>
                                        </p:tav>
                                      </p:tavLst>
                                    </p:anim>
                                    <p:anim calcmode="lin" valueType="num">
                                      <p:cBhvr>
                                        <p:cTn id="111" dur="1000" fill="hold"/>
                                        <p:tgtEl>
                                          <p:spTgt spid="31"/>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1000"/>
                                        <p:tgtEl>
                                          <p:spTgt spid="35"/>
                                        </p:tgtEl>
                                      </p:cBhvr>
                                    </p:animEffect>
                                    <p:anim calcmode="lin" valueType="num">
                                      <p:cBhvr>
                                        <p:cTn id="115" dur="1000" fill="hold"/>
                                        <p:tgtEl>
                                          <p:spTgt spid="35"/>
                                        </p:tgtEl>
                                        <p:attrNameLst>
                                          <p:attrName>ppt_x</p:attrName>
                                        </p:attrNameLst>
                                      </p:cBhvr>
                                      <p:tavLst>
                                        <p:tav tm="0">
                                          <p:val>
                                            <p:strVal val="#ppt_x"/>
                                          </p:val>
                                        </p:tav>
                                        <p:tav tm="100000">
                                          <p:val>
                                            <p:strVal val="#ppt_x"/>
                                          </p:val>
                                        </p:tav>
                                      </p:tavLst>
                                    </p:anim>
                                    <p:anim calcmode="lin" valueType="num">
                                      <p:cBhvr>
                                        <p:cTn id="116" dur="1000" fill="hold"/>
                                        <p:tgtEl>
                                          <p:spTgt spid="35"/>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36"/>
                                        </p:tgtEl>
                                        <p:attrNameLst>
                                          <p:attrName>style.visibility</p:attrName>
                                        </p:attrNameLst>
                                      </p:cBhvr>
                                      <p:to>
                                        <p:strVal val="visible"/>
                                      </p:to>
                                    </p:set>
                                    <p:animEffect transition="in" filter="fade">
                                      <p:cBhvr>
                                        <p:cTn id="119" dur="1000"/>
                                        <p:tgtEl>
                                          <p:spTgt spid="36"/>
                                        </p:tgtEl>
                                      </p:cBhvr>
                                    </p:animEffect>
                                    <p:anim calcmode="lin" valueType="num">
                                      <p:cBhvr>
                                        <p:cTn id="120" dur="1000" fill="hold"/>
                                        <p:tgtEl>
                                          <p:spTgt spid="36"/>
                                        </p:tgtEl>
                                        <p:attrNameLst>
                                          <p:attrName>ppt_x</p:attrName>
                                        </p:attrNameLst>
                                      </p:cBhvr>
                                      <p:tavLst>
                                        <p:tav tm="0">
                                          <p:val>
                                            <p:strVal val="#ppt_x"/>
                                          </p:val>
                                        </p:tav>
                                        <p:tav tm="100000">
                                          <p:val>
                                            <p:strVal val="#ppt_x"/>
                                          </p:val>
                                        </p:tav>
                                      </p:tavLst>
                                    </p:anim>
                                    <p:anim calcmode="lin" valueType="num">
                                      <p:cBhvr>
                                        <p:cTn id="121" dur="1000" fill="hold"/>
                                        <p:tgtEl>
                                          <p:spTgt spid="36"/>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37"/>
                                        </p:tgtEl>
                                        <p:attrNameLst>
                                          <p:attrName>style.visibility</p:attrName>
                                        </p:attrNameLst>
                                      </p:cBhvr>
                                      <p:to>
                                        <p:strVal val="visible"/>
                                      </p:to>
                                    </p:set>
                                    <p:animEffect transition="in" filter="fade">
                                      <p:cBhvr>
                                        <p:cTn id="124" dur="1000"/>
                                        <p:tgtEl>
                                          <p:spTgt spid="37"/>
                                        </p:tgtEl>
                                      </p:cBhvr>
                                    </p:animEffect>
                                    <p:anim calcmode="lin" valueType="num">
                                      <p:cBhvr>
                                        <p:cTn id="125" dur="1000" fill="hold"/>
                                        <p:tgtEl>
                                          <p:spTgt spid="37"/>
                                        </p:tgtEl>
                                        <p:attrNameLst>
                                          <p:attrName>ppt_x</p:attrName>
                                        </p:attrNameLst>
                                      </p:cBhvr>
                                      <p:tavLst>
                                        <p:tav tm="0">
                                          <p:val>
                                            <p:strVal val="#ppt_x"/>
                                          </p:val>
                                        </p:tav>
                                        <p:tav tm="100000">
                                          <p:val>
                                            <p:strVal val="#ppt_x"/>
                                          </p:val>
                                        </p:tav>
                                      </p:tavLst>
                                    </p:anim>
                                    <p:anim calcmode="lin" valueType="num">
                                      <p:cBhvr>
                                        <p:cTn id="126" dur="1000" fill="hold"/>
                                        <p:tgtEl>
                                          <p:spTgt spid="37"/>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38"/>
                                        </p:tgtEl>
                                        <p:attrNameLst>
                                          <p:attrName>style.visibility</p:attrName>
                                        </p:attrNameLst>
                                      </p:cBhvr>
                                      <p:to>
                                        <p:strVal val="visible"/>
                                      </p:to>
                                    </p:set>
                                    <p:animEffect transition="in" filter="fade">
                                      <p:cBhvr>
                                        <p:cTn id="129" dur="1000"/>
                                        <p:tgtEl>
                                          <p:spTgt spid="38"/>
                                        </p:tgtEl>
                                      </p:cBhvr>
                                    </p:animEffect>
                                    <p:anim calcmode="lin" valueType="num">
                                      <p:cBhvr>
                                        <p:cTn id="130" dur="1000" fill="hold"/>
                                        <p:tgtEl>
                                          <p:spTgt spid="38"/>
                                        </p:tgtEl>
                                        <p:attrNameLst>
                                          <p:attrName>ppt_x</p:attrName>
                                        </p:attrNameLst>
                                      </p:cBhvr>
                                      <p:tavLst>
                                        <p:tav tm="0">
                                          <p:val>
                                            <p:strVal val="#ppt_x"/>
                                          </p:val>
                                        </p:tav>
                                        <p:tav tm="100000">
                                          <p:val>
                                            <p:strVal val="#ppt_x"/>
                                          </p:val>
                                        </p:tav>
                                      </p:tavLst>
                                    </p:anim>
                                    <p:anim calcmode="lin" valueType="num">
                                      <p:cBhvr>
                                        <p:cTn id="131" dur="1000" fill="hold"/>
                                        <p:tgtEl>
                                          <p:spTgt spid="38"/>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9"/>
                                        </p:tgtEl>
                                        <p:attrNameLst>
                                          <p:attrName>style.visibility</p:attrName>
                                        </p:attrNameLst>
                                      </p:cBhvr>
                                      <p:to>
                                        <p:strVal val="visible"/>
                                      </p:to>
                                    </p:set>
                                    <p:animEffect transition="in" filter="fade">
                                      <p:cBhvr>
                                        <p:cTn id="134" dur="1000"/>
                                        <p:tgtEl>
                                          <p:spTgt spid="39"/>
                                        </p:tgtEl>
                                      </p:cBhvr>
                                    </p:animEffect>
                                    <p:anim calcmode="lin" valueType="num">
                                      <p:cBhvr>
                                        <p:cTn id="135" dur="1000" fill="hold"/>
                                        <p:tgtEl>
                                          <p:spTgt spid="39"/>
                                        </p:tgtEl>
                                        <p:attrNameLst>
                                          <p:attrName>ppt_x</p:attrName>
                                        </p:attrNameLst>
                                      </p:cBhvr>
                                      <p:tavLst>
                                        <p:tav tm="0">
                                          <p:val>
                                            <p:strVal val="#ppt_x"/>
                                          </p:val>
                                        </p:tav>
                                        <p:tav tm="100000">
                                          <p:val>
                                            <p:strVal val="#ppt_x"/>
                                          </p:val>
                                        </p:tav>
                                      </p:tavLst>
                                    </p:anim>
                                    <p:anim calcmode="lin" valueType="num">
                                      <p:cBhvr>
                                        <p:cTn id="136" dur="1000" fill="hold"/>
                                        <p:tgtEl>
                                          <p:spTgt spid="39"/>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40"/>
                                        </p:tgtEl>
                                        <p:attrNameLst>
                                          <p:attrName>style.visibility</p:attrName>
                                        </p:attrNameLst>
                                      </p:cBhvr>
                                      <p:to>
                                        <p:strVal val="visible"/>
                                      </p:to>
                                    </p:set>
                                    <p:animEffect transition="in" filter="fade">
                                      <p:cBhvr>
                                        <p:cTn id="139" dur="1000"/>
                                        <p:tgtEl>
                                          <p:spTgt spid="40"/>
                                        </p:tgtEl>
                                      </p:cBhvr>
                                    </p:animEffect>
                                    <p:anim calcmode="lin" valueType="num">
                                      <p:cBhvr>
                                        <p:cTn id="140" dur="1000" fill="hold"/>
                                        <p:tgtEl>
                                          <p:spTgt spid="40"/>
                                        </p:tgtEl>
                                        <p:attrNameLst>
                                          <p:attrName>ppt_x</p:attrName>
                                        </p:attrNameLst>
                                      </p:cBhvr>
                                      <p:tavLst>
                                        <p:tav tm="0">
                                          <p:val>
                                            <p:strVal val="#ppt_x"/>
                                          </p:val>
                                        </p:tav>
                                        <p:tav tm="100000">
                                          <p:val>
                                            <p:strVal val="#ppt_x"/>
                                          </p:val>
                                        </p:tav>
                                      </p:tavLst>
                                    </p:anim>
                                    <p:anim calcmode="lin" valueType="num">
                                      <p:cBhvr>
                                        <p:cTn id="141" dur="1000" fill="hold"/>
                                        <p:tgtEl>
                                          <p:spTgt spid="40"/>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41"/>
                                        </p:tgtEl>
                                        <p:attrNameLst>
                                          <p:attrName>style.visibility</p:attrName>
                                        </p:attrNameLst>
                                      </p:cBhvr>
                                      <p:to>
                                        <p:strVal val="visible"/>
                                      </p:to>
                                    </p:set>
                                    <p:animEffect transition="in" filter="fade">
                                      <p:cBhvr>
                                        <p:cTn id="144" dur="1000"/>
                                        <p:tgtEl>
                                          <p:spTgt spid="41"/>
                                        </p:tgtEl>
                                      </p:cBhvr>
                                    </p:animEffect>
                                    <p:anim calcmode="lin" valueType="num">
                                      <p:cBhvr>
                                        <p:cTn id="145" dur="1000" fill="hold"/>
                                        <p:tgtEl>
                                          <p:spTgt spid="41"/>
                                        </p:tgtEl>
                                        <p:attrNameLst>
                                          <p:attrName>ppt_x</p:attrName>
                                        </p:attrNameLst>
                                      </p:cBhvr>
                                      <p:tavLst>
                                        <p:tav tm="0">
                                          <p:val>
                                            <p:strVal val="#ppt_x"/>
                                          </p:val>
                                        </p:tav>
                                        <p:tav tm="100000">
                                          <p:val>
                                            <p:strVal val="#ppt_x"/>
                                          </p:val>
                                        </p:tav>
                                      </p:tavLst>
                                    </p:anim>
                                    <p:anim calcmode="lin" valueType="num">
                                      <p:cBhvr>
                                        <p:cTn id="146" dur="1000" fill="hold"/>
                                        <p:tgtEl>
                                          <p:spTgt spid="41"/>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42"/>
                                        </p:tgtEl>
                                        <p:attrNameLst>
                                          <p:attrName>style.visibility</p:attrName>
                                        </p:attrNameLst>
                                      </p:cBhvr>
                                      <p:to>
                                        <p:strVal val="visible"/>
                                      </p:to>
                                    </p:set>
                                    <p:animEffect transition="in" filter="fade">
                                      <p:cBhvr>
                                        <p:cTn id="149" dur="1000"/>
                                        <p:tgtEl>
                                          <p:spTgt spid="42"/>
                                        </p:tgtEl>
                                      </p:cBhvr>
                                    </p:animEffect>
                                    <p:anim calcmode="lin" valueType="num">
                                      <p:cBhvr>
                                        <p:cTn id="150" dur="1000" fill="hold"/>
                                        <p:tgtEl>
                                          <p:spTgt spid="42"/>
                                        </p:tgtEl>
                                        <p:attrNameLst>
                                          <p:attrName>ppt_x</p:attrName>
                                        </p:attrNameLst>
                                      </p:cBhvr>
                                      <p:tavLst>
                                        <p:tav tm="0">
                                          <p:val>
                                            <p:strVal val="#ppt_x"/>
                                          </p:val>
                                        </p:tav>
                                        <p:tav tm="100000">
                                          <p:val>
                                            <p:strVal val="#ppt_x"/>
                                          </p:val>
                                        </p:tav>
                                      </p:tavLst>
                                    </p:anim>
                                    <p:anim calcmode="lin" valueType="num">
                                      <p:cBhvr>
                                        <p:cTn id="151" dur="1000" fill="hold"/>
                                        <p:tgtEl>
                                          <p:spTgt spid="42"/>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43"/>
                                        </p:tgtEl>
                                        <p:attrNameLst>
                                          <p:attrName>style.visibility</p:attrName>
                                        </p:attrNameLst>
                                      </p:cBhvr>
                                      <p:to>
                                        <p:strVal val="visible"/>
                                      </p:to>
                                    </p:set>
                                    <p:animEffect transition="in" filter="fade">
                                      <p:cBhvr>
                                        <p:cTn id="154" dur="1000"/>
                                        <p:tgtEl>
                                          <p:spTgt spid="43"/>
                                        </p:tgtEl>
                                      </p:cBhvr>
                                    </p:animEffect>
                                    <p:anim calcmode="lin" valueType="num">
                                      <p:cBhvr>
                                        <p:cTn id="155" dur="1000" fill="hold"/>
                                        <p:tgtEl>
                                          <p:spTgt spid="43"/>
                                        </p:tgtEl>
                                        <p:attrNameLst>
                                          <p:attrName>ppt_x</p:attrName>
                                        </p:attrNameLst>
                                      </p:cBhvr>
                                      <p:tavLst>
                                        <p:tav tm="0">
                                          <p:val>
                                            <p:strVal val="#ppt_x"/>
                                          </p:val>
                                        </p:tav>
                                        <p:tav tm="100000">
                                          <p:val>
                                            <p:strVal val="#ppt_x"/>
                                          </p:val>
                                        </p:tav>
                                      </p:tavLst>
                                    </p:anim>
                                    <p:anim calcmode="lin" valueType="num">
                                      <p:cBhvr>
                                        <p:cTn id="156" dur="1000" fill="hold"/>
                                        <p:tgtEl>
                                          <p:spTgt spid="43"/>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44"/>
                                        </p:tgtEl>
                                        <p:attrNameLst>
                                          <p:attrName>style.visibility</p:attrName>
                                        </p:attrNameLst>
                                      </p:cBhvr>
                                      <p:to>
                                        <p:strVal val="visible"/>
                                      </p:to>
                                    </p:set>
                                    <p:animEffect transition="in" filter="fade">
                                      <p:cBhvr>
                                        <p:cTn id="159" dur="1000"/>
                                        <p:tgtEl>
                                          <p:spTgt spid="44"/>
                                        </p:tgtEl>
                                      </p:cBhvr>
                                    </p:animEffect>
                                    <p:anim calcmode="lin" valueType="num">
                                      <p:cBhvr>
                                        <p:cTn id="160" dur="1000" fill="hold"/>
                                        <p:tgtEl>
                                          <p:spTgt spid="44"/>
                                        </p:tgtEl>
                                        <p:attrNameLst>
                                          <p:attrName>ppt_x</p:attrName>
                                        </p:attrNameLst>
                                      </p:cBhvr>
                                      <p:tavLst>
                                        <p:tav tm="0">
                                          <p:val>
                                            <p:strVal val="#ppt_x"/>
                                          </p:val>
                                        </p:tav>
                                        <p:tav tm="100000">
                                          <p:val>
                                            <p:strVal val="#ppt_x"/>
                                          </p:val>
                                        </p:tav>
                                      </p:tavLst>
                                    </p:anim>
                                    <p:anim calcmode="lin" valueType="num">
                                      <p:cBhvr>
                                        <p:cTn id="161" dur="1000" fill="hold"/>
                                        <p:tgtEl>
                                          <p:spTgt spid="44"/>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45"/>
                                        </p:tgtEl>
                                        <p:attrNameLst>
                                          <p:attrName>style.visibility</p:attrName>
                                        </p:attrNameLst>
                                      </p:cBhvr>
                                      <p:to>
                                        <p:strVal val="visible"/>
                                      </p:to>
                                    </p:set>
                                    <p:animEffect transition="in" filter="fade">
                                      <p:cBhvr>
                                        <p:cTn id="164" dur="1000"/>
                                        <p:tgtEl>
                                          <p:spTgt spid="45"/>
                                        </p:tgtEl>
                                      </p:cBhvr>
                                    </p:animEffect>
                                    <p:anim calcmode="lin" valueType="num">
                                      <p:cBhvr>
                                        <p:cTn id="165" dur="1000" fill="hold"/>
                                        <p:tgtEl>
                                          <p:spTgt spid="45"/>
                                        </p:tgtEl>
                                        <p:attrNameLst>
                                          <p:attrName>ppt_x</p:attrName>
                                        </p:attrNameLst>
                                      </p:cBhvr>
                                      <p:tavLst>
                                        <p:tav tm="0">
                                          <p:val>
                                            <p:strVal val="#ppt_x"/>
                                          </p:val>
                                        </p:tav>
                                        <p:tav tm="100000">
                                          <p:val>
                                            <p:strVal val="#ppt_x"/>
                                          </p:val>
                                        </p:tav>
                                      </p:tavLst>
                                    </p:anim>
                                    <p:anim calcmode="lin" valueType="num">
                                      <p:cBhvr>
                                        <p:cTn id="166" dur="1000" fill="hold"/>
                                        <p:tgtEl>
                                          <p:spTgt spid="45"/>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6"/>
                                        </p:tgtEl>
                                        <p:attrNameLst>
                                          <p:attrName>style.visibility</p:attrName>
                                        </p:attrNameLst>
                                      </p:cBhvr>
                                      <p:to>
                                        <p:strVal val="visible"/>
                                      </p:to>
                                    </p:set>
                                    <p:animEffect transition="in" filter="fade">
                                      <p:cBhvr>
                                        <p:cTn id="169" dur="1000"/>
                                        <p:tgtEl>
                                          <p:spTgt spid="46"/>
                                        </p:tgtEl>
                                      </p:cBhvr>
                                    </p:animEffect>
                                    <p:anim calcmode="lin" valueType="num">
                                      <p:cBhvr>
                                        <p:cTn id="170" dur="1000" fill="hold"/>
                                        <p:tgtEl>
                                          <p:spTgt spid="46"/>
                                        </p:tgtEl>
                                        <p:attrNameLst>
                                          <p:attrName>ppt_x</p:attrName>
                                        </p:attrNameLst>
                                      </p:cBhvr>
                                      <p:tavLst>
                                        <p:tav tm="0">
                                          <p:val>
                                            <p:strVal val="#ppt_x"/>
                                          </p:val>
                                        </p:tav>
                                        <p:tav tm="100000">
                                          <p:val>
                                            <p:strVal val="#ppt_x"/>
                                          </p:val>
                                        </p:tav>
                                      </p:tavLst>
                                    </p:anim>
                                    <p:anim calcmode="lin" valueType="num">
                                      <p:cBhvr>
                                        <p:cTn id="171" dur="1000" fill="hold"/>
                                        <p:tgtEl>
                                          <p:spTgt spid="46"/>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47"/>
                                        </p:tgtEl>
                                        <p:attrNameLst>
                                          <p:attrName>style.visibility</p:attrName>
                                        </p:attrNameLst>
                                      </p:cBhvr>
                                      <p:to>
                                        <p:strVal val="visible"/>
                                      </p:to>
                                    </p:set>
                                    <p:animEffect transition="in" filter="fade">
                                      <p:cBhvr>
                                        <p:cTn id="174" dur="1000"/>
                                        <p:tgtEl>
                                          <p:spTgt spid="47"/>
                                        </p:tgtEl>
                                      </p:cBhvr>
                                    </p:animEffect>
                                    <p:anim calcmode="lin" valueType="num">
                                      <p:cBhvr>
                                        <p:cTn id="175" dur="1000" fill="hold"/>
                                        <p:tgtEl>
                                          <p:spTgt spid="47"/>
                                        </p:tgtEl>
                                        <p:attrNameLst>
                                          <p:attrName>ppt_x</p:attrName>
                                        </p:attrNameLst>
                                      </p:cBhvr>
                                      <p:tavLst>
                                        <p:tav tm="0">
                                          <p:val>
                                            <p:strVal val="#ppt_x"/>
                                          </p:val>
                                        </p:tav>
                                        <p:tav tm="100000">
                                          <p:val>
                                            <p:strVal val="#ppt_x"/>
                                          </p:val>
                                        </p:tav>
                                      </p:tavLst>
                                    </p:anim>
                                    <p:anim calcmode="lin" valueType="num">
                                      <p:cBhvr>
                                        <p:cTn id="176" dur="1000" fill="hold"/>
                                        <p:tgtEl>
                                          <p:spTgt spid="47"/>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48"/>
                                        </p:tgtEl>
                                        <p:attrNameLst>
                                          <p:attrName>style.visibility</p:attrName>
                                        </p:attrNameLst>
                                      </p:cBhvr>
                                      <p:to>
                                        <p:strVal val="visible"/>
                                      </p:to>
                                    </p:set>
                                    <p:animEffect transition="in" filter="fade">
                                      <p:cBhvr>
                                        <p:cTn id="179" dur="1000"/>
                                        <p:tgtEl>
                                          <p:spTgt spid="48"/>
                                        </p:tgtEl>
                                      </p:cBhvr>
                                    </p:animEffect>
                                    <p:anim calcmode="lin" valueType="num">
                                      <p:cBhvr>
                                        <p:cTn id="180" dur="1000" fill="hold"/>
                                        <p:tgtEl>
                                          <p:spTgt spid="48"/>
                                        </p:tgtEl>
                                        <p:attrNameLst>
                                          <p:attrName>ppt_x</p:attrName>
                                        </p:attrNameLst>
                                      </p:cBhvr>
                                      <p:tavLst>
                                        <p:tav tm="0">
                                          <p:val>
                                            <p:strVal val="#ppt_x"/>
                                          </p:val>
                                        </p:tav>
                                        <p:tav tm="100000">
                                          <p:val>
                                            <p:strVal val="#ppt_x"/>
                                          </p:val>
                                        </p:tav>
                                      </p:tavLst>
                                    </p:anim>
                                    <p:anim calcmode="lin" valueType="num">
                                      <p:cBhvr>
                                        <p:cTn id="181" dur="1000" fill="hold"/>
                                        <p:tgtEl>
                                          <p:spTgt spid="48"/>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49"/>
                                        </p:tgtEl>
                                        <p:attrNameLst>
                                          <p:attrName>style.visibility</p:attrName>
                                        </p:attrNameLst>
                                      </p:cBhvr>
                                      <p:to>
                                        <p:strVal val="visible"/>
                                      </p:to>
                                    </p:set>
                                    <p:animEffect transition="in" filter="fade">
                                      <p:cBhvr>
                                        <p:cTn id="184" dur="1000"/>
                                        <p:tgtEl>
                                          <p:spTgt spid="49"/>
                                        </p:tgtEl>
                                      </p:cBhvr>
                                    </p:animEffect>
                                    <p:anim calcmode="lin" valueType="num">
                                      <p:cBhvr>
                                        <p:cTn id="185" dur="1000" fill="hold"/>
                                        <p:tgtEl>
                                          <p:spTgt spid="49"/>
                                        </p:tgtEl>
                                        <p:attrNameLst>
                                          <p:attrName>ppt_x</p:attrName>
                                        </p:attrNameLst>
                                      </p:cBhvr>
                                      <p:tavLst>
                                        <p:tav tm="0">
                                          <p:val>
                                            <p:strVal val="#ppt_x"/>
                                          </p:val>
                                        </p:tav>
                                        <p:tav tm="100000">
                                          <p:val>
                                            <p:strVal val="#ppt_x"/>
                                          </p:val>
                                        </p:tav>
                                      </p:tavLst>
                                    </p:anim>
                                    <p:anim calcmode="lin" valueType="num">
                                      <p:cBhvr>
                                        <p:cTn id="186" dur="1000" fill="hold"/>
                                        <p:tgtEl>
                                          <p:spTgt spid="49"/>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0"/>
                                  </p:stCondLst>
                                  <p:childTnLst>
                                    <p:set>
                                      <p:cBhvr>
                                        <p:cTn id="188" dur="1" fill="hold">
                                          <p:stCondLst>
                                            <p:cond delay="0"/>
                                          </p:stCondLst>
                                        </p:cTn>
                                        <p:tgtEl>
                                          <p:spTgt spid="50"/>
                                        </p:tgtEl>
                                        <p:attrNameLst>
                                          <p:attrName>style.visibility</p:attrName>
                                        </p:attrNameLst>
                                      </p:cBhvr>
                                      <p:to>
                                        <p:strVal val="visible"/>
                                      </p:to>
                                    </p:set>
                                    <p:animEffect transition="in" filter="fade">
                                      <p:cBhvr>
                                        <p:cTn id="189" dur="1000"/>
                                        <p:tgtEl>
                                          <p:spTgt spid="50"/>
                                        </p:tgtEl>
                                      </p:cBhvr>
                                    </p:animEffect>
                                    <p:anim calcmode="lin" valueType="num">
                                      <p:cBhvr>
                                        <p:cTn id="190" dur="1000" fill="hold"/>
                                        <p:tgtEl>
                                          <p:spTgt spid="50"/>
                                        </p:tgtEl>
                                        <p:attrNameLst>
                                          <p:attrName>ppt_x</p:attrName>
                                        </p:attrNameLst>
                                      </p:cBhvr>
                                      <p:tavLst>
                                        <p:tav tm="0">
                                          <p:val>
                                            <p:strVal val="#ppt_x"/>
                                          </p:val>
                                        </p:tav>
                                        <p:tav tm="100000">
                                          <p:val>
                                            <p:strVal val="#ppt_x"/>
                                          </p:val>
                                        </p:tav>
                                      </p:tavLst>
                                    </p:anim>
                                    <p:anim calcmode="lin" valueType="num">
                                      <p:cBhvr>
                                        <p:cTn id="191"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2387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457200" y="914400"/>
            <a:ext cx="762000" cy="38100"/>
          </a:xfrm>
          <a:prstGeom prst="rect">
            <a:avLst/>
          </a:prstGeom>
        </p:spPr>
      </p:pic>
      <p:pic>
        <p:nvPicPr>
          <p:cNvPr id="6" name="Image 4" descr="preencoded.png"/>
          <p:cNvPicPr>
            <a:picLocks noChangeAspect="1"/>
          </p:cNvPicPr>
          <p:nvPr/>
        </p:nvPicPr>
        <p:blipFill>
          <a:blip r:embed="rId7"/>
          <a:stretch>
            <a:fillRect/>
          </a:stretch>
        </p:blipFill>
        <p:spPr>
          <a:xfrm>
            <a:off x="457200" y="1104900"/>
            <a:ext cx="5524500" cy="2800350"/>
          </a:xfrm>
          <a:prstGeom prst="rect">
            <a:avLst/>
          </a:prstGeom>
        </p:spPr>
      </p:pic>
      <p:pic>
        <p:nvPicPr>
          <p:cNvPr id="7" name="Image 5" descr="preencoded.png"/>
          <p:cNvPicPr>
            <a:picLocks noChangeAspect="1"/>
          </p:cNvPicPr>
          <p:nvPr/>
        </p:nvPicPr>
        <p:blipFill>
          <a:blip r:embed="rId8"/>
          <a:stretch>
            <a:fillRect/>
          </a:stretch>
        </p:blipFill>
        <p:spPr>
          <a:xfrm>
            <a:off x="609600" y="1285875"/>
            <a:ext cx="257175" cy="228600"/>
          </a:xfrm>
          <a:prstGeom prst="rect">
            <a:avLst/>
          </a:prstGeom>
        </p:spPr>
      </p:pic>
      <p:pic>
        <p:nvPicPr>
          <p:cNvPr id="8" name="Image 6" descr="preencoded.png"/>
          <p:cNvPicPr>
            <a:picLocks noChangeAspect="1"/>
          </p:cNvPicPr>
          <p:nvPr/>
        </p:nvPicPr>
        <p:blipFill>
          <a:blip r:embed="rId9"/>
          <a:stretch>
            <a:fillRect/>
          </a:stretch>
        </p:blipFill>
        <p:spPr>
          <a:xfrm>
            <a:off x="609600" y="1943100"/>
            <a:ext cx="5219700" cy="95250"/>
          </a:xfrm>
          <a:prstGeom prst="rect">
            <a:avLst/>
          </a:prstGeom>
        </p:spPr>
      </p:pic>
      <p:pic>
        <p:nvPicPr>
          <p:cNvPr id="9" name="Image 7" descr="preencoded.png"/>
          <p:cNvPicPr>
            <a:picLocks noChangeAspect="1"/>
          </p:cNvPicPr>
          <p:nvPr/>
        </p:nvPicPr>
        <p:blipFill>
          <a:blip r:embed="rId10"/>
          <a:stretch>
            <a:fillRect/>
          </a:stretch>
        </p:blipFill>
        <p:spPr>
          <a:xfrm>
            <a:off x="609600" y="1943100"/>
            <a:ext cx="3444925" cy="95250"/>
          </a:xfrm>
          <a:prstGeom prst="rect">
            <a:avLst/>
          </a:prstGeom>
        </p:spPr>
      </p:pic>
      <p:pic>
        <p:nvPicPr>
          <p:cNvPr id="10" name="Image 8" descr="preencoded.png"/>
          <p:cNvPicPr>
            <a:picLocks noChangeAspect="1"/>
          </p:cNvPicPr>
          <p:nvPr/>
        </p:nvPicPr>
        <p:blipFill>
          <a:blip r:embed="rId11"/>
          <a:stretch>
            <a:fillRect/>
          </a:stretch>
        </p:blipFill>
        <p:spPr>
          <a:xfrm>
            <a:off x="609600" y="2152650"/>
            <a:ext cx="5181600" cy="1371600"/>
          </a:xfrm>
          <a:prstGeom prst="rect">
            <a:avLst/>
          </a:prstGeom>
        </p:spPr>
      </p:pic>
      <p:pic>
        <p:nvPicPr>
          <p:cNvPr id="11" name="Image 9" descr="preencoded.png"/>
          <p:cNvPicPr>
            <a:picLocks noChangeAspect="1"/>
          </p:cNvPicPr>
          <p:nvPr/>
        </p:nvPicPr>
        <p:blipFill>
          <a:blip r:embed="rId12"/>
          <a:stretch>
            <a:fillRect/>
          </a:stretch>
        </p:blipFill>
        <p:spPr>
          <a:xfrm>
            <a:off x="457200" y="4057650"/>
            <a:ext cx="5524500" cy="1371600"/>
          </a:xfrm>
          <a:prstGeom prst="rect">
            <a:avLst/>
          </a:prstGeom>
        </p:spPr>
      </p:pic>
      <p:pic>
        <p:nvPicPr>
          <p:cNvPr id="12" name="Image 10" descr="preencoded.png"/>
          <p:cNvPicPr>
            <a:picLocks noChangeAspect="1"/>
          </p:cNvPicPr>
          <p:nvPr/>
        </p:nvPicPr>
        <p:blipFill>
          <a:blip r:embed="rId13"/>
          <a:stretch>
            <a:fillRect/>
          </a:stretch>
        </p:blipFill>
        <p:spPr>
          <a:xfrm>
            <a:off x="609600" y="4238625"/>
            <a:ext cx="257175" cy="228600"/>
          </a:xfrm>
          <a:prstGeom prst="rect">
            <a:avLst/>
          </a:prstGeom>
        </p:spPr>
      </p:pic>
      <p:pic>
        <p:nvPicPr>
          <p:cNvPr id="13" name="Image 11" descr="preencoded.png"/>
          <p:cNvPicPr>
            <a:picLocks noChangeAspect="1"/>
          </p:cNvPicPr>
          <p:nvPr/>
        </p:nvPicPr>
        <p:blipFill>
          <a:blip r:embed="rId14"/>
          <a:stretch>
            <a:fillRect/>
          </a:stretch>
        </p:blipFill>
        <p:spPr>
          <a:xfrm>
            <a:off x="609600" y="4591050"/>
            <a:ext cx="1689050" cy="685800"/>
          </a:xfrm>
          <a:prstGeom prst="rect">
            <a:avLst/>
          </a:prstGeom>
        </p:spPr>
      </p:pic>
      <p:pic>
        <p:nvPicPr>
          <p:cNvPr id="14" name="Image 12" descr="preencoded.png"/>
          <p:cNvPicPr>
            <a:picLocks noChangeAspect="1"/>
          </p:cNvPicPr>
          <p:nvPr/>
        </p:nvPicPr>
        <p:blipFill>
          <a:blip r:embed="rId15"/>
          <a:stretch>
            <a:fillRect/>
          </a:stretch>
        </p:blipFill>
        <p:spPr>
          <a:xfrm>
            <a:off x="2374850" y="4591050"/>
            <a:ext cx="1689050" cy="685800"/>
          </a:xfrm>
          <a:prstGeom prst="rect">
            <a:avLst/>
          </a:prstGeom>
        </p:spPr>
      </p:pic>
      <p:pic>
        <p:nvPicPr>
          <p:cNvPr id="15" name="Image 13" descr="preencoded.png"/>
          <p:cNvPicPr>
            <a:picLocks noChangeAspect="1"/>
          </p:cNvPicPr>
          <p:nvPr/>
        </p:nvPicPr>
        <p:blipFill>
          <a:blip r:embed="rId16"/>
          <a:stretch>
            <a:fillRect/>
          </a:stretch>
        </p:blipFill>
        <p:spPr>
          <a:xfrm>
            <a:off x="4140101" y="4591050"/>
            <a:ext cx="1689050" cy="685800"/>
          </a:xfrm>
          <a:prstGeom prst="rect">
            <a:avLst/>
          </a:prstGeom>
        </p:spPr>
      </p:pic>
      <p:pic>
        <p:nvPicPr>
          <p:cNvPr id="16" name="Image 14" descr="preencoded.png"/>
          <p:cNvPicPr>
            <a:picLocks noChangeAspect="1"/>
          </p:cNvPicPr>
          <p:nvPr/>
        </p:nvPicPr>
        <p:blipFill>
          <a:blip r:embed="rId17"/>
          <a:stretch>
            <a:fillRect/>
          </a:stretch>
        </p:blipFill>
        <p:spPr>
          <a:xfrm>
            <a:off x="6210300" y="1104900"/>
            <a:ext cx="5524500" cy="3619500"/>
          </a:xfrm>
          <a:prstGeom prst="rect">
            <a:avLst/>
          </a:prstGeom>
        </p:spPr>
      </p:pic>
      <p:pic>
        <p:nvPicPr>
          <p:cNvPr id="17" name="Image 15" descr="preencoded.png"/>
          <p:cNvPicPr>
            <a:picLocks noChangeAspect="1"/>
          </p:cNvPicPr>
          <p:nvPr/>
        </p:nvPicPr>
        <p:blipFill>
          <a:blip r:embed="rId18"/>
          <a:stretch>
            <a:fillRect/>
          </a:stretch>
        </p:blipFill>
        <p:spPr>
          <a:xfrm>
            <a:off x="6362700" y="1285875"/>
            <a:ext cx="228600" cy="228600"/>
          </a:xfrm>
          <a:prstGeom prst="rect">
            <a:avLst/>
          </a:prstGeom>
        </p:spPr>
      </p:pic>
      <p:pic>
        <p:nvPicPr>
          <p:cNvPr id="18" name="Image 16" descr="preencoded.png"/>
          <p:cNvPicPr>
            <a:picLocks noChangeAspect="1"/>
          </p:cNvPicPr>
          <p:nvPr/>
        </p:nvPicPr>
        <p:blipFill>
          <a:blip r:embed="rId19"/>
          <a:stretch>
            <a:fillRect/>
          </a:stretch>
        </p:blipFill>
        <p:spPr>
          <a:xfrm>
            <a:off x="6362700" y="2133600"/>
            <a:ext cx="5219700" cy="533400"/>
          </a:xfrm>
          <a:prstGeom prst="rect">
            <a:avLst/>
          </a:prstGeom>
        </p:spPr>
      </p:pic>
      <p:pic>
        <p:nvPicPr>
          <p:cNvPr id="19" name="Image 17" descr="preencoded.png"/>
          <p:cNvPicPr>
            <a:picLocks noChangeAspect="1"/>
          </p:cNvPicPr>
          <p:nvPr/>
        </p:nvPicPr>
        <p:blipFill>
          <a:blip r:embed="rId20"/>
          <a:stretch>
            <a:fillRect/>
          </a:stretch>
        </p:blipFill>
        <p:spPr>
          <a:xfrm>
            <a:off x="6438900" y="2266950"/>
            <a:ext cx="266700" cy="266700"/>
          </a:xfrm>
          <a:prstGeom prst="rect">
            <a:avLst/>
          </a:prstGeom>
        </p:spPr>
      </p:pic>
      <p:pic>
        <p:nvPicPr>
          <p:cNvPr id="20" name="Image 18" descr="preencoded.png"/>
          <p:cNvPicPr>
            <a:picLocks noChangeAspect="1"/>
          </p:cNvPicPr>
          <p:nvPr/>
        </p:nvPicPr>
        <p:blipFill>
          <a:blip r:embed="rId21"/>
          <a:stretch>
            <a:fillRect/>
          </a:stretch>
        </p:blipFill>
        <p:spPr>
          <a:xfrm>
            <a:off x="6496050" y="2324100"/>
            <a:ext cx="152400" cy="152400"/>
          </a:xfrm>
          <a:prstGeom prst="rect">
            <a:avLst/>
          </a:prstGeom>
        </p:spPr>
      </p:pic>
      <p:pic>
        <p:nvPicPr>
          <p:cNvPr id="21" name="Image 19" descr="preencoded.png"/>
          <p:cNvPicPr>
            <a:picLocks noChangeAspect="1"/>
          </p:cNvPicPr>
          <p:nvPr/>
        </p:nvPicPr>
        <p:blipFill>
          <a:blip r:embed="rId22"/>
          <a:stretch>
            <a:fillRect/>
          </a:stretch>
        </p:blipFill>
        <p:spPr>
          <a:xfrm>
            <a:off x="6362700" y="2743200"/>
            <a:ext cx="5219700" cy="533400"/>
          </a:xfrm>
          <a:prstGeom prst="rect">
            <a:avLst/>
          </a:prstGeom>
        </p:spPr>
      </p:pic>
      <p:pic>
        <p:nvPicPr>
          <p:cNvPr id="22" name="Image 20" descr="preencoded.png"/>
          <p:cNvPicPr>
            <a:picLocks noChangeAspect="1"/>
          </p:cNvPicPr>
          <p:nvPr/>
        </p:nvPicPr>
        <p:blipFill>
          <a:blip r:embed="rId23"/>
          <a:stretch>
            <a:fillRect/>
          </a:stretch>
        </p:blipFill>
        <p:spPr>
          <a:xfrm>
            <a:off x="6438900" y="2876550"/>
            <a:ext cx="266700" cy="266700"/>
          </a:xfrm>
          <a:prstGeom prst="rect">
            <a:avLst/>
          </a:prstGeom>
        </p:spPr>
      </p:pic>
      <p:pic>
        <p:nvPicPr>
          <p:cNvPr id="23" name="Image 21" descr="preencoded.png"/>
          <p:cNvPicPr>
            <a:picLocks noChangeAspect="1"/>
          </p:cNvPicPr>
          <p:nvPr/>
        </p:nvPicPr>
        <p:blipFill>
          <a:blip r:embed="rId24"/>
          <a:stretch>
            <a:fillRect/>
          </a:stretch>
        </p:blipFill>
        <p:spPr>
          <a:xfrm>
            <a:off x="6496050" y="2933700"/>
            <a:ext cx="152400" cy="152400"/>
          </a:xfrm>
          <a:prstGeom prst="rect">
            <a:avLst/>
          </a:prstGeom>
        </p:spPr>
      </p:pic>
      <p:pic>
        <p:nvPicPr>
          <p:cNvPr id="24" name="Image 22" descr="preencoded.png"/>
          <p:cNvPicPr>
            <a:picLocks noChangeAspect="1"/>
          </p:cNvPicPr>
          <p:nvPr/>
        </p:nvPicPr>
        <p:blipFill>
          <a:blip r:embed="rId19"/>
          <a:stretch>
            <a:fillRect/>
          </a:stretch>
        </p:blipFill>
        <p:spPr>
          <a:xfrm>
            <a:off x="6362700" y="3352800"/>
            <a:ext cx="5219700" cy="533400"/>
          </a:xfrm>
          <a:prstGeom prst="rect">
            <a:avLst/>
          </a:prstGeom>
        </p:spPr>
      </p:pic>
      <p:pic>
        <p:nvPicPr>
          <p:cNvPr id="25" name="Image 23" descr="preencoded.png"/>
          <p:cNvPicPr>
            <a:picLocks noChangeAspect="1"/>
          </p:cNvPicPr>
          <p:nvPr/>
        </p:nvPicPr>
        <p:blipFill>
          <a:blip r:embed="rId25"/>
          <a:stretch>
            <a:fillRect/>
          </a:stretch>
        </p:blipFill>
        <p:spPr>
          <a:xfrm>
            <a:off x="6438900" y="3486150"/>
            <a:ext cx="266700" cy="266700"/>
          </a:xfrm>
          <a:prstGeom prst="rect">
            <a:avLst/>
          </a:prstGeom>
        </p:spPr>
      </p:pic>
      <p:pic>
        <p:nvPicPr>
          <p:cNvPr id="26" name="Image 24" descr="preencoded.png"/>
          <p:cNvPicPr>
            <a:picLocks noChangeAspect="1"/>
          </p:cNvPicPr>
          <p:nvPr/>
        </p:nvPicPr>
        <p:blipFill>
          <a:blip r:embed="rId26"/>
          <a:stretch>
            <a:fillRect/>
          </a:stretch>
        </p:blipFill>
        <p:spPr>
          <a:xfrm>
            <a:off x="6496050" y="3543300"/>
            <a:ext cx="152400" cy="152400"/>
          </a:xfrm>
          <a:prstGeom prst="rect">
            <a:avLst/>
          </a:prstGeom>
        </p:spPr>
      </p:pic>
      <p:pic>
        <p:nvPicPr>
          <p:cNvPr id="27" name="Image 25" descr="preencoded.png"/>
          <p:cNvPicPr>
            <a:picLocks noChangeAspect="1"/>
          </p:cNvPicPr>
          <p:nvPr/>
        </p:nvPicPr>
        <p:blipFill>
          <a:blip r:embed="rId27"/>
          <a:stretch>
            <a:fillRect/>
          </a:stretch>
        </p:blipFill>
        <p:spPr>
          <a:xfrm>
            <a:off x="6362700" y="4000500"/>
            <a:ext cx="5219700" cy="571500"/>
          </a:xfrm>
          <a:prstGeom prst="rect">
            <a:avLst/>
          </a:prstGeom>
        </p:spPr>
      </p:pic>
      <p:pic>
        <p:nvPicPr>
          <p:cNvPr id="28" name="Image 26" descr="preencoded.png"/>
          <p:cNvPicPr>
            <a:picLocks noChangeAspect="1"/>
          </p:cNvPicPr>
          <p:nvPr/>
        </p:nvPicPr>
        <p:blipFill>
          <a:blip r:embed="rId28"/>
          <a:stretch>
            <a:fillRect/>
          </a:stretch>
        </p:blipFill>
        <p:spPr>
          <a:xfrm>
            <a:off x="6438900" y="4343400"/>
            <a:ext cx="152400" cy="152400"/>
          </a:xfrm>
          <a:prstGeom prst="rect">
            <a:avLst/>
          </a:prstGeom>
        </p:spPr>
      </p:pic>
      <p:pic>
        <p:nvPicPr>
          <p:cNvPr id="29" name="Image 27" descr="preencoded.png"/>
          <p:cNvPicPr>
            <a:picLocks noChangeAspect="1"/>
          </p:cNvPicPr>
          <p:nvPr/>
        </p:nvPicPr>
        <p:blipFill>
          <a:blip r:embed="rId28"/>
          <a:stretch>
            <a:fillRect/>
          </a:stretch>
        </p:blipFill>
        <p:spPr>
          <a:xfrm>
            <a:off x="8140601" y="4343400"/>
            <a:ext cx="152400" cy="152400"/>
          </a:xfrm>
          <a:prstGeom prst="rect">
            <a:avLst/>
          </a:prstGeom>
        </p:spPr>
      </p:pic>
      <p:pic>
        <p:nvPicPr>
          <p:cNvPr id="30" name="Image 28" descr="preencoded.png"/>
          <p:cNvPicPr>
            <a:picLocks noChangeAspect="1"/>
          </p:cNvPicPr>
          <p:nvPr/>
        </p:nvPicPr>
        <p:blipFill>
          <a:blip r:embed="rId28"/>
          <a:stretch>
            <a:fillRect/>
          </a:stretch>
        </p:blipFill>
        <p:spPr>
          <a:xfrm>
            <a:off x="9842450" y="4343400"/>
            <a:ext cx="152400" cy="152400"/>
          </a:xfrm>
          <a:prstGeom prst="rect">
            <a:avLst/>
          </a:prstGeom>
        </p:spPr>
      </p:pic>
      <p:pic>
        <p:nvPicPr>
          <p:cNvPr id="31" name="Image 29" descr="preencoded.png"/>
          <p:cNvPicPr>
            <a:picLocks noChangeAspect="1"/>
          </p:cNvPicPr>
          <p:nvPr/>
        </p:nvPicPr>
        <p:blipFill>
          <a:blip r:embed="rId29"/>
          <a:stretch>
            <a:fillRect/>
          </a:stretch>
        </p:blipFill>
        <p:spPr>
          <a:xfrm>
            <a:off x="0" y="6781800"/>
            <a:ext cx="12192000" cy="76200"/>
          </a:xfrm>
          <a:prstGeom prst="rect">
            <a:avLst/>
          </a:prstGeom>
        </p:spPr>
      </p:pic>
      <p:sp>
        <p:nvSpPr>
          <p:cNvPr id="32"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Hiệu năng </a:t>
            </a:r>
            <a:r>
              <a:rPr lang="en-US" sz="2700" b="1" dirty="0">
                <a:solidFill>
                  <a:srgbClr val="FF7F50"/>
                </a:solidFill>
                <a:latin typeface="ui-sans-serif" pitchFamily="34" charset="0"/>
                <a:ea typeface="ui-sans-serif" pitchFamily="34" charset="-122"/>
                <a:cs typeface="ui-sans-serif" pitchFamily="34" charset="-120"/>
              </a:rPr>
              <a:t>thời gian thực</a:t>
            </a:r>
            <a:endParaRPr lang="en-US" sz="2700" dirty="0"/>
          </a:p>
        </p:txBody>
      </p:sp>
      <p:sp>
        <p:nvSpPr>
          <p:cNvPr id="33" name="Text 1"/>
          <p:cNvSpPr/>
          <p:nvPr/>
        </p:nvSpPr>
        <p:spPr>
          <a:xfrm>
            <a:off x="942975" y="1257300"/>
            <a:ext cx="52197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Tốc độ xử lý</a:t>
            </a:r>
            <a:endParaRPr lang="en-US" sz="1800" dirty="0"/>
          </a:p>
        </p:txBody>
      </p:sp>
      <p:sp>
        <p:nvSpPr>
          <p:cNvPr id="34" name="Text 2"/>
          <p:cNvSpPr/>
          <p:nvPr/>
        </p:nvSpPr>
        <p:spPr>
          <a:xfrm>
            <a:off x="609600" y="1657350"/>
            <a:ext cx="2227243"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Tốc độ khung hình (FPS)</a:t>
            </a:r>
            <a:endParaRPr lang="en-US" sz="1200" dirty="0"/>
          </a:p>
        </p:txBody>
      </p:sp>
      <p:sp>
        <p:nvSpPr>
          <p:cNvPr id="35" name="Text 3"/>
          <p:cNvSpPr/>
          <p:nvPr/>
        </p:nvSpPr>
        <p:spPr>
          <a:xfrm>
            <a:off x="5564088" y="1638300"/>
            <a:ext cx="318254" cy="266700"/>
          </a:xfrm>
          <a:prstGeom prst="rect">
            <a:avLst/>
          </a:prstGeom>
          <a:noFill/>
          <a:ln/>
        </p:spPr>
        <p:txBody>
          <a:bodyPr vert="horz" wrap="square" lIns="0" tIns="0" rIns="0" bIns="0" rtlCol="0" anchor="t"/>
          <a:lstStyle/>
          <a:p>
            <a:pPr marL="0" indent="0">
              <a:lnSpc>
                <a:spcPts val="2100"/>
              </a:lnSpc>
              <a:buNone/>
            </a:pPr>
            <a:r>
              <a:rPr lang="en-US" sz="1500" b="1" dirty="0">
                <a:solidFill>
                  <a:srgbClr val="F97316"/>
                </a:solidFill>
                <a:latin typeface="ui-sans-serif" pitchFamily="34" charset="0"/>
                <a:ea typeface="ui-sans-serif" pitchFamily="34" charset="-122"/>
                <a:cs typeface="ui-sans-serif" pitchFamily="34" charset="-120"/>
              </a:rPr>
              <a:t>33</a:t>
            </a:r>
            <a:endParaRPr lang="en-US" sz="1500" dirty="0"/>
          </a:p>
        </p:txBody>
      </p:sp>
      <p:sp>
        <p:nvSpPr>
          <p:cNvPr id="36" name="Text 4"/>
          <p:cNvSpPr/>
          <p:nvPr/>
        </p:nvSpPr>
        <p:spPr>
          <a:xfrm>
            <a:off x="609600" y="3600450"/>
            <a:ext cx="2083117" cy="152400"/>
          </a:xfrm>
          <a:prstGeom prst="rect">
            <a:avLst/>
          </a:prstGeom>
          <a:noFill/>
          <a:ln/>
        </p:spPr>
        <p:txBody>
          <a:bodyPr vert="horz" wrap="square" lIns="0" tIns="0" rIns="0" bIns="0" rtlCol="0" anchor="t"/>
          <a:lstStyle/>
          <a:p>
            <a:pPr marL="0" indent="0">
              <a:lnSpc>
                <a:spcPts val="1200"/>
              </a:lnSpc>
              <a:buNone/>
            </a:pPr>
            <a:r>
              <a:rPr lang="en-US" sz="900" dirty="0">
                <a:solidFill>
                  <a:srgbClr val="4B5563"/>
                </a:solidFill>
                <a:latin typeface="ui-sans-serif" pitchFamily="34" charset="0"/>
                <a:ea typeface="ui-sans-serif" pitchFamily="34" charset="-122"/>
                <a:cs typeface="ui-sans-serif" pitchFamily="34" charset="-120"/>
              </a:rPr>
              <a:t>BlazeFace: ~16ms/khung hình</a:t>
            </a:r>
            <a:endParaRPr lang="en-US" sz="900" dirty="0"/>
          </a:p>
        </p:txBody>
      </p:sp>
      <p:sp>
        <p:nvSpPr>
          <p:cNvPr id="37" name="Text 5"/>
          <p:cNvSpPr/>
          <p:nvPr/>
        </p:nvSpPr>
        <p:spPr>
          <a:xfrm>
            <a:off x="2507903" y="3600450"/>
            <a:ext cx="1994535" cy="152400"/>
          </a:xfrm>
          <a:prstGeom prst="rect">
            <a:avLst/>
          </a:prstGeom>
          <a:noFill/>
          <a:ln/>
        </p:spPr>
        <p:txBody>
          <a:bodyPr vert="horz" wrap="square" lIns="0" tIns="0" rIns="0" bIns="0" rtlCol="0" anchor="t"/>
          <a:lstStyle/>
          <a:p>
            <a:pPr marL="0" indent="0">
              <a:lnSpc>
                <a:spcPts val="1200"/>
              </a:lnSpc>
              <a:buNone/>
            </a:pPr>
            <a:r>
              <a:rPr lang="en-US" sz="900" dirty="0">
                <a:solidFill>
                  <a:srgbClr val="4B5563"/>
                </a:solidFill>
                <a:latin typeface="ui-sans-serif" pitchFamily="34" charset="0"/>
                <a:ea typeface="ui-sans-serif" pitchFamily="34" charset="-122"/>
                <a:cs typeface="ui-sans-serif" pitchFamily="34" charset="-120"/>
              </a:rPr>
              <a:t>Mo hình nhận diện: ~8-12ms</a:t>
            </a:r>
            <a:endParaRPr lang="en-US" sz="900" dirty="0"/>
          </a:p>
        </p:txBody>
      </p:sp>
      <p:sp>
        <p:nvSpPr>
          <p:cNvPr id="38" name="Text 6"/>
          <p:cNvSpPr/>
          <p:nvPr/>
        </p:nvSpPr>
        <p:spPr>
          <a:xfrm>
            <a:off x="4332387" y="3600450"/>
            <a:ext cx="1796296" cy="152400"/>
          </a:xfrm>
          <a:prstGeom prst="rect">
            <a:avLst/>
          </a:prstGeom>
          <a:noFill/>
          <a:ln/>
        </p:spPr>
        <p:txBody>
          <a:bodyPr vert="horz" wrap="square" lIns="0" tIns="0" rIns="0" bIns="0" rtlCol="0" anchor="t"/>
          <a:lstStyle/>
          <a:p>
            <a:pPr marL="0" indent="0">
              <a:lnSpc>
                <a:spcPts val="1200"/>
              </a:lnSpc>
              <a:buNone/>
            </a:pPr>
            <a:r>
              <a:rPr lang="en-US" sz="900" dirty="0">
                <a:solidFill>
                  <a:srgbClr val="4B5563"/>
                </a:solidFill>
                <a:latin typeface="ui-sans-serif" pitchFamily="34" charset="0"/>
                <a:ea typeface="ui-sans-serif" pitchFamily="34" charset="-122"/>
                <a:cs typeface="ui-sans-serif" pitchFamily="34" charset="-120"/>
              </a:rPr>
              <a:t>Thời gian tổng: ~25-30ms</a:t>
            </a:r>
            <a:endParaRPr lang="en-US" sz="900" dirty="0"/>
          </a:p>
        </p:txBody>
      </p:sp>
      <p:sp>
        <p:nvSpPr>
          <p:cNvPr id="39" name="Text 7"/>
          <p:cNvSpPr/>
          <p:nvPr/>
        </p:nvSpPr>
        <p:spPr>
          <a:xfrm>
            <a:off x="942975" y="4210050"/>
            <a:ext cx="52197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Bộ nhớ sử dụng</a:t>
            </a:r>
            <a:endParaRPr lang="en-US" sz="1800" dirty="0"/>
          </a:p>
        </p:txBody>
      </p:sp>
      <p:sp>
        <p:nvSpPr>
          <p:cNvPr id="40" name="Text 8"/>
          <p:cNvSpPr/>
          <p:nvPr/>
        </p:nvSpPr>
        <p:spPr>
          <a:xfrm>
            <a:off x="532135" y="4667250"/>
            <a:ext cx="1843980" cy="342900"/>
          </a:xfrm>
          <a:prstGeom prst="rect">
            <a:avLst/>
          </a:prstGeom>
          <a:noFill/>
          <a:ln/>
        </p:spPr>
        <p:txBody>
          <a:bodyPr vert="horz" wrap="square" lIns="0" tIns="0" rIns="0" bIns="0" rtlCol="0" anchor="t"/>
          <a:lstStyle/>
          <a:p>
            <a:pPr marL="0" indent="0" algn="ctr">
              <a:lnSpc>
                <a:spcPts val="2700"/>
              </a:lnSpc>
              <a:buNone/>
            </a:pPr>
            <a:r>
              <a:rPr lang="en-US" sz="2250" b="1" dirty="0">
                <a:solidFill>
                  <a:srgbClr val="374151"/>
                </a:solidFill>
                <a:latin typeface="ui-sans-serif" pitchFamily="34" charset="0"/>
                <a:ea typeface="ui-sans-serif" pitchFamily="34" charset="-122"/>
                <a:cs typeface="ui-sans-serif" pitchFamily="34" charset="-120"/>
              </a:rPr>
              <a:t>45MB</a:t>
            </a:r>
            <a:endParaRPr lang="en-US" sz="2250" dirty="0"/>
          </a:p>
        </p:txBody>
      </p:sp>
      <p:sp>
        <p:nvSpPr>
          <p:cNvPr id="41" name="Text 9"/>
          <p:cNvSpPr/>
          <p:nvPr/>
        </p:nvSpPr>
        <p:spPr>
          <a:xfrm>
            <a:off x="685800" y="5010150"/>
            <a:ext cx="153665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Trọng số</a:t>
            </a:r>
            <a:endParaRPr lang="en-US" sz="1050" dirty="0"/>
          </a:p>
        </p:txBody>
      </p:sp>
      <p:sp>
        <p:nvSpPr>
          <p:cNvPr id="42" name="Text 10"/>
          <p:cNvSpPr/>
          <p:nvPr/>
        </p:nvSpPr>
        <p:spPr>
          <a:xfrm>
            <a:off x="2297385" y="4667250"/>
            <a:ext cx="1843980" cy="342900"/>
          </a:xfrm>
          <a:prstGeom prst="rect">
            <a:avLst/>
          </a:prstGeom>
          <a:noFill/>
          <a:ln/>
        </p:spPr>
        <p:txBody>
          <a:bodyPr vert="horz" wrap="square" lIns="0" tIns="0" rIns="0" bIns="0" rtlCol="0" anchor="t"/>
          <a:lstStyle/>
          <a:p>
            <a:pPr marL="0" indent="0" algn="ctr">
              <a:lnSpc>
                <a:spcPts val="2700"/>
              </a:lnSpc>
              <a:buNone/>
            </a:pPr>
            <a:r>
              <a:rPr lang="en-US" sz="2250" b="1" dirty="0">
                <a:solidFill>
                  <a:srgbClr val="374151"/>
                </a:solidFill>
                <a:latin typeface="ui-sans-serif" pitchFamily="34" charset="0"/>
                <a:ea typeface="ui-sans-serif" pitchFamily="34" charset="-122"/>
                <a:cs typeface="ui-sans-serif" pitchFamily="34" charset="-120"/>
              </a:rPr>
              <a:t>10-20MB</a:t>
            </a:r>
            <a:endParaRPr lang="en-US" sz="2250" dirty="0"/>
          </a:p>
        </p:txBody>
      </p:sp>
      <p:sp>
        <p:nvSpPr>
          <p:cNvPr id="43" name="Text 11"/>
          <p:cNvSpPr/>
          <p:nvPr/>
        </p:nvSpPr>
        <p:spPr>
          <a:xfrm>
            <a:off x="2451050" y="5010150"/>
            <a:ext cx="153665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Tensor</a:t>
            </a:r>
            <a:endParaRPr lang="en-US" sz="1050" dirty="0"/>
          </a:p>
        </p:txBody>
      </p:sp>
      <p:sp>
        <p:nvSpPr>
          <p:cNvPr id="44" name="Text 12"/>
          <p:cNvSpPr/>
          <p:nvPr/>
        </p:nvSpPr>
        <p:spPr>
          <a:xfrm>
            <a:off x="4062636" y="4667250"/>
            <a:ext cx="1843980" cy="342900"/>
          </a:xfrm>
          <a:prstGeom prst="rect">
            <a:avLst/>
          </a:prstGeom>
          <a:noFill/>
          <a:ln/>
        </p:spPr>
        <p:txBody>
          <a:bodyPr vert="horz" wrap="square" lIns="0" tIns="0" rIns="0" bIns="0" rtlCol="0" anchor="t"/>
          <a:lstStyle/>
          <a:p>
            <a:pPr marL="0" indent="0" algn="ctr">
              <a:lnSpc>
                <a:spcPts val="2700"/>
              </a:lnSpc>
              <a:buNone/>
            </a:pPr>
            <a:r>
              <a:rPr lang="en-US" sz="2250" b="1" dirty="0">
                <a:solidFill>
                  <a:srgbClr val="374151"/>
                </a:solidFill>
                <a:latin typeface="ui-sans-serif" pitchFamily="34" charset="0"/>
                <a:ea typeface="ui-sans-serif" pitchFamily="34" charset="-122"/>
                <a:cs typeface="ui-sans-serif" pitchFamily="34" charset="-120"/>
              </a:rPr>
              <a:t>10MB</a:t>
            </a:r>
            <a:endParaRPr lang="en-US" sz="2250" dirty="0"/>
          </a:p>
        </p:txBody>
      </p:sp>
      <p:sp>
        <p:nvSpPr>
          <p:cNvPr id="45" name="Text 13"/>
          <p:cNvSpPr/>
          <p:nvPr/>
        </p:nvSpPr>
        <p:spPr>
          <a:xfrm>
            <a:off x="4216301" y="5010150"/>
            <a:ext cx="153665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Bộ đệm</a:t>
            </a:r>
            <a:endParaRPr lang="en-US" sz="1050" dirty="0"/>
          </a:p>
        </p:txBody>
      </p:sp>
      <p:sp>
        <p:nvSpPr>
          <p:cNvPr id="46" name="Text 14"/>
          <p:cNvSpPr/>
          <p:nvPr/>
        </p:nvSpPr>
        <p:spPr>
          <a:xfrm>
            <a:off x="6667500" y="1257300"/>
            <a:ext cx="62636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Khả năng tương thích</a:t>
            </a:r>
            <a:endParaRPr lang="en-US" sz="1800" dirty="0"/>
          </a:p>
        </p:txBody>
      </p:sp>
      <p:sp>
        <p:nvSpPr>
          <p:cNvPr id="47" name="Text 15"/>
          <p:cNvSpPr/>
          <p:nvPr/>
        </p:nvSpPr>
        <p:spPr>
          <a:xfrm>
            <a:off x="6362700" y="1638300"/>
            <a:ext cx="52197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Hệ thống được tối ưu để hoạt động hiệu quả trên trình duyệt, đảm bảo trải nghiệm mượt mà.</a:t>
            </a:r>
            <a:endParaRPr lang="en-US" sz="1050" dirty="0"/>
          </a:p>
        </p:txBody>
      </p:sp>
      <p:sp>
        <p:nvSpPr>
          <p:cNvPr id="48" name="Text 16"/>
          <p:cNvSpPr/>
          <p:nvPr/>
        </p:nvSpPr>
        <p:spPr>
          <a:xfrm>
            <a:off x="6762750" y="2209800"/>
            <a:ext cx="1389638"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Chrome/Edge</a:t>
            </a:r>
            <a:endParaRPr lang="en-US" sz="1200" dirty="0"/>
          </a:p>
        </p:txBody>
      </p:sp>
      <p:sp>
        <p:nvSpPr>
          <p:cNvPr id="49" name="Text 17"/>
          <p:cNvSpPr/>
          <p:nvPr/>
        </p:nvSpPr>
        <p:spPr>
          <a:xfrm>
            <a:off x="6762750" y="2438400"/>
            <a:ext cx="1389638" cy="152400"/>
          </a:xfrm>
          <a:prstGeom prst="rect">
            <a:avLst/>
          </a:prstGeom>
          <a:noFill/>
          <a:ln/>
        </p:spPr>
        <p:txBody>
          <a:bodyPr vert="horz" wrap="square" lIns="0" tIns="0" rIns="0" bIns="0" rtlCol="0" anchor="t"/>
          <a:lstStyle/>
          <a:p>
            <a:pPr marL="0" indent="0">
              <a:lnSpc>
                <a:spcPts val="1200"/>
              </a:lnSpc>
              <a:buNone/>
            </a:pPr>
            <a:r>
              <a:rPr lang="en-US" sz="900" dirty="0">
                <a:solidFill>
                  <a:srgbClr val="4B5563"/>
                </a:solidFill>
                <a:latin typeface="ui-sans-serif" pitchFamily="34" charset="0"/>
                <a:ea typeface="ui-sans-serif" pitchFamily="34" charset="-122"/>
                <a:cs typeface="ui-sans-serif" pitchFamily="34" charset="-120"/>
              </a:rPr>
              <a:t>Phiên bản 80 trở lên</a:t>
            </a:r>
            <a:endParaRPr lang="en-US" sz="900" dirty="0"/>
          </a:p>
        </p:txBody>
      </p:sp>
      <p:sp>
        <p:nvSpPr>
          <p:cNvPr id="50" name="Text 18"/>
          <p:cNvSpPr/>
          <p:nvPr/>
        </p:nvSpPr>
        <p:spPr>
          <a:xfrm>
            <a:off x="6762750" y="2819400"/>
            <a:ext cx="1389638"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Firefox</a:t>
            </a:r>
            <a:endParaRPr lang="en-US" sz="1200" dirty="0"/>
          </a:p>
        </p:txBody>
      </p:sp>
      <p:sp>
        <p:nvSpPr>
          <p:cNvPr id="51" name="Text 19"/>
          <p:cNvSpPr/>
          <p:nvPr/>
        </p:nvSpPr>
        <p:spPr>
          <a:xfrm>
            <a:off x="6762750" y="3048000"/>
            <a:ext cx="1389638" cy="152400"/>
          </a:xfrm>
          <a:prstGeom prst="rect">
            <a:avLst/>
          </a:prstGeom>
          <a:noFill/>
          <a:ln/>
        </p:spPr>
        <p:txBody>
          <a:bodyPr vert="horz" wrap="square" lIns="0" tIns="0" rIns="0" bIns="0" rtlCol="0" anchor="t"/>
          <a:lstStyle/>
          <a:p>
            <a:pPr marL="0" indent="0">
              <a:lnSpc>
                <a:spcPts val="1200"/>
              </a:lnSpc>
              <a:buNone/>
            </a:pPr>
            <a:r>
              <a:rPr lang="en-US" sz="900" dirty="0">
                <a:solidFill>
                  <a:srgbClr val="4B5563"/>
                </a:solidFill>
                <a:latin typeface="ui-sans-serif" pitchFamily="34" charset="0"/>
                <a:ea typeface="ui-sans-serif" pitchFamily="34" charset="-122"/>
                <a:cs typeface="ui-sans-serif" pitchFamily="34" charset="-120"/>
              </a:rPr>
              <a:t>Phiên bản 78 trở lên</a:t>
            </a:r>
            <a:endParaRPr lang="en-US" sz="900" dirty="0"/>
          </a:p>
        </p:txBody>
      </p:sp>
      <p:sp>
        <p:nvSpPr>
          <p:cNvPr id="52" name="Text 20"/>
          <p:cNvSpPr/>
          <p:nvPr/>
        </p:nvSpPr>
        <p:spPr>
          <a:xfrm>
            <a:off x="6762750" y="3429000"/>
            <a:ext cx="1158032"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Safari</a:t>
            </a:r>
            <a:endParaRPr lang="en-US" sz="1200" dirty="0"/>
          </a:p>
        </p:txBody>
      </p:sp>
      <p:sp>
        <p:nvSpPr>
          <p:cNvPr id="53" name="Text 21"/>
          <p:cNvSpPr/>
          <p:nvPr/>
        </p:nvSpPr>
        <p:spPr>
          <a:xfrm>
            <a:off x="6762750" y="3657600"/>
            <a:ext cx="1389638" cy="152400"/>
          </a:xfrm>
          <a:prstGeom prst="rect">
            <a:avLst/>
          </a:prstGeom>
          <a:noFill/>
          <a:ln/>
        </p:spPr>
        <p:txBody>
          <a:bodyPr vert="horz" wrap="square" lIns="0" tIns="0" rIns="0" bIns="0" rtlCol="0" anchor="t"/>
          <a:lstStyle/>
          <a:p>
            <a:pPr marL="0" indent="0">
              <a:lnSpc>
                <a:spcPts val="1200"/>
              </a:lnSpc>
              <a:buNone/>
            </a:pPr>
            <a:r>
              <a:rPr lang="en-US" sz="900" dirty="0">
                <a:solidFill>
                  <a:srgbClr val="4B5563"/>
                </a:solidFill>
                <a:latin typeface="ui-sans-serif" pitchFamily="34" charset="0"/>
                <a:ea typeface="ui-sans-serif" pitchFamily="34" charset="-122"/>
                <a:cs typeface="ui-sans-serif" pitchFamily="34" charset="-120"/>
              </a:rPr>
              <a:t>Phiên bản 14 trở lên</a:t>
            </a:r>
            <a:endParaRPr lang="en-US" sz="900" dirty="0"/>
          </a:p>
        </p:txBody>
      </p:sp>
      <p:sp>
        <p:nvSpPr>
          <p:cNvPr id="54" name="Text 22"/>
          <p:cNvSpPr/>
          <p:nvPr/>
        </p:nvSpPr>
        <p:spPr>
          <a:xfrm>
            <a:off x="6438900" y="4076700"/>
            <a:ext cx="506730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Yêu cầu kỹ thuật:</a:t>
            </a:r>
            <a:endParaRPr lang="en-US" sz="1200" dirty="0"/>
          </a:p>
        </p:txBody>
      </p:sp>
      <p:sp>
        <p:nvSpPr>
          <p:cNvPr id="55" name="Text 23"/>
          <p:cNvSpPr/>
          <p:nvPr/>
        </p:nvSpPr>
        <p:spPr>
          <a:xfrm>
            <a:off x="6629400" y="4343400"/>
            <a:ext cx="1099959" cy="152400"/>
          </a:xfrm>
          <a:prstGeom prst="rect">
            <a:avLst/>
          </a:prstGeom>
          <a:noFill/>
          <a:ln/>
        </p:spPr>
        <p:txBody>
          <a:bodyPr vert="horz" wrap="square" lIns="0" tIns="0" rIns="0" bIns="0" rtlCol="0" anchor="t"/>
          <a:lstStyle/>
          <a:p>
            <a:pPr marL="0" indent="0" algn="l">
              <a:lnSpc>
                <a:spcPts val="1200"/>
              </a:lnSpc>
              <a:buNone/>
            </a:pPr>
            <a:r>
              <a:rPr lang="en-US" sz="900" dirty="0">
                <a:solidFill>
                  <a:srgbClr val="4B5563"/>
                </a:solidFill>
                <a:latin typeface="ui-sans-serif" pitchFamily="34" charset="0"/>
                <a:ea typeface="ui-sans-serif" pitchFamily="34" charset="-122"/>
                <a:cs typeface="ui-sans-serif" pitchFamily="34" charset="-120"/>
              </a:rPr>
              <a:t>HTTPS/localhost</a:t>
            </a:r>
            <a:endParaRPr lang="en-US" sz="900" dirty="0"/>
          </a:p>
        </p:txBody>
      </p:sp>
      <p:sp>
        <p:nvSpPr>
          <p:cNvPr id="56" name="Text 24"/>
          <p:cNvSpPr/>
          <p:nvPr/>
        </p:nvSpPr>
        <p:spPr>
          <a:xfrm>
            <a:off x="8331101" y="4343400"/>
            <a:ext cx="481846" cy="152400"/>
          </a:xfrm>
          <a:prstGeom prst="rect">
            <a:avLst/>
          </a:prstGeom>
          <a:noFill/>
          <a:ln/>
        </p:spPr>
        <p:txBody>
          <a:bodyPr vert="horz" wrap="square" lIns="0" tIns="0" rIns="0" bIns="0" rtlCol="0" anchor="t"/>
          <a:lstStyle/>
          <a:p>
            <a:pPr marL="0" indent="0" algn="l">
              <a:lnSpc>
                <a:spcPts val="1200"/>
              </a:lnSpc>
              <a:buNone/>
            </a:pPr>
            <a:r>
              <a:rPr lang="en-US" sz="900" dirty="0">
                <a:solidFill>
                  <a:srgbClr val="4B5563"/>
                </a:solidFill>
                <a:latin typeface="ui-sans-serif" pitchFamily="34" charset="0"/>
                <a:ea typeface="ui-sans-serif" pitchFamily="34" charset="-122"/>
                <a:cs typeface="ui-sans-serif" pitchFamily="34" charset="-120"/>
              </a:rPr>
              <a:t>WebGL</a:t>
            </a:r>
            <a:endParaRPr lang="en-US" sz="900" dirty="0"/>
          </a:p>
        </p:txBody>
      </p:sp>
      <p:sp>
        <p:nvSpPr>
          <p:cNvPr id="57" name="Text 25"/>
          <p:cNvSpPr/>
          <p:nvPr/>
        </p:nvSpPr>
        <p:spPr>
          <a:xfrm>
            <a:off x="10032950" y="4343400"/>
            <a:ext cx="1008876" cy="152400"/>
          </a:xfrm>
          <a:prstGeom prst="rect">
            <a:avLst/>
          </a:prstGeom>
          <a:noFill/>
          <a:ln/>
        </p:spPr>
        <p:txBody>
          <a:bodyPr vert="horz" wrap="square" lIns="0" tIns="0" rIns="0" bIns="0" rtlCol="0" anchor="t"/>
          <a:lstStyle/>
          <a:p>
            <a:pPr marL="0" indent="0" algn="l">
              <a:lnSpc>
                <a:spcPts val="1200"/>
              </a:lnSpc>
              <a:buNone/>
            </a:pPr>
            <a:r>
              <a:rPr lang="en-US" sz="900" dirty="0">
                <a:solidFill>
                  <a:srgbClr val="4B5563"/>
                </a:solidFill>
                <a:latin typeface="ui-sans-serif" pitchFamily="34" charset="0"/>
                <a:ea typeface="ui-sans-serif" pitchFamily="34" charset="-122"/>
                <a:cs typeface="ui-sans-serif" pitchFamily="34" charset="-120"/>
              </a:rPr>
              <a:t>Quyền camera</a:t>
            </a:r>
            <a:endParaRPr lang="en-US" sz="900" dirty="0"/>
          </a:p>
        </p:txBody>
      </p:sp>
      <p:sp>
        <p:nvSpPr>
          <p:cNvPr id="58" name="Text 26"/>
          <p:cNvSpPr/>
          <p:nvPr/>
        </p:nvSpPr>
        <p:spPr>
          <a:xfrm>
            <a:off x="457200" y="6210300"/>
            <a:ext cx="132516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9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1000"/>
                                        <p:tgtEl>
                                          <p:spTgt spid="33"/>
                                        </p:tgtEl>
                                      </p:cBhvr>
                                    </p:animEffect>
                                    <p:anim calcmode="lin" valueType="num">
                                      <p:cBhvr>
                                        <p:cTn id="18" dur="1000" fill="hold"/>
                                        <p:tgtEl>
                                          <p:spTgt spid="33"/>
                                        </p:tgtEl>
                                        <p:attrNameLst>
                                          <p:attrName>ppt_x</p:attrName>
                                        </p:attrNameLst>
                                      </p:cBhvr>
                                      <p:tavLst>
                                        <p:tav tm="0">
                                          <p:val>
                                            <p:strVal val="#ppt_x"/>
                                          </p:val>
                                        </p:tav>
                                        <p:tav tm="100000">
                                          <p:val>
                                            <p:strVal val="#ppt_x"/>
                                          </p:val>
                                        </p:tav>
                                      </p:tavLst>
                                    </p:anim>
                                    <p:anim calcmode="lin" valueType="num">
                                      <p:cBhvr>
                                        <p:cTn id="19" dur="1000" fill="hold"/>
                                        <p:tgtEl>
                                          <p:spTgt spid="33"/>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1000"/>
                                        <p:tgtEl>
                                          <p:spTgt spid="34"/>
                                        </p:tgtEl>
                                      </p:cBhvr>
                                    </p:animEffect>
                                    <p:anim calcmode="lin" valueType="num">
                                      <p:cBhvr>
                                        <p:cTn id="30" dur="1000" fill="hold"/>
                                        <p:tgtEl>
                                          <p:spTgt spid="34"/>
                                        </p:tgtEl>
                                        <p:attrNameLst>
                                          <p:attrName>ppt_x</p:attrName>
                                        </p:attrNameLst>
                                      </p:cBhvr>
                                      <p:tavLst>
                                        <p:tav tm="0">
                                          <p:val>
                                            <p:strVal val="#ppt_x"/>
                                          </p:val>
                                        </p:tav>
                                        <p:tav tm="100000">
                                          <p:val>
                                            <p:strVal val="#ppt_x"/>
                                          </p:val>
                                        </p:tav>
                                      </p:tavLst>
                                    </p:anim>
                                    <p:anim calcmode="lin" valueType="num">
                                      <p:cBhvr>
                                        <p:cTn id="31" dur="1000" fill="hold"/>
                                        <p:tgtEl>
                                          <p:spTgt spid="34"/>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1000"/>
                                        <p:tgtEl>
                                          <p:spTgt spid="35"/>
                                        </p:tgtEl>
                                      </p:cBhvr>
                                    </p:animEffect>
                                    <p:anim calcmode="lin" valueType="num">
                                      <p:cBhvr>
                                        <p:cTn id="45" dur="1000" fill="hold"/>
                                        <p:tgtEl>
                                          <p:spTgt spid="35"/>
                                        </p:tgtEl>
                                        <p:attrNameLst>
                                          <p:attrName>ppt_x</p:attrName>
                                        </p:attrNameLst>
                                      </p:cBhvr>
                                      <p:tavLst>
                                        <p:tav tm="0">
                                          <p:val>
                                            <p:strVal val="#ppt_x"/>
                                          </p:val>
                                        </p:tav>
                                        <p:tav tm="100000">
                                          <p:val>
                                            <p:strVal val="#ppt_x"/>
                                          </p:val>
                                        </p:tav>
                                      </p:tavLst>
                                    </p:anim>
                                    <p:anim calcmode="lin" valueType="num">
                                      <p:cBhvr>
                                        <p:cTn id="4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1000"/>
                                        <p:tgtEl>
                                          <p:spTgt spid="10"/>
                                        </p:tgtEl>
                                      </p:cBhvr>
                                    </p:animEffect>
                                    <p:anim calcmode="lin" valueType="num">
                                      <p:cBhvr>
                                        <p:cTn id="52" dur="1000" fill="hold"/>
                                        <p:tgtEl>
                                          <p:spTgt spid="10"/>
                                        </p:tgtEl>
                                        <p:attrNameLst>
                                          <p:attrName>ppt_x</p:attrName>
                                        </p:attrNameLst>
                                      </p:cBhvr>
                                      <p:tavLst>
                                        <p:tav tm="0">
                                          <p:val>
                                            <p:strVal val="#ppt_x"/>
                                          </p:val>
                                        </p:tav>
                                        <p:tav tm="100000">
                                          <p:val>
                                            <p:strVal val="#ppt_x"/>
                                          </p:val>
                                        </p:tav>
                                      </p:tavLst>
                                    </p:anim>
                                    <p:anim calcmode="lin" valueType="num">
                                      <p:cBhvr>
                                        <p:cTn id="5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1000"/>
                                        <p:tgtEl>
                                          <p:spTgt spid="36"/>
                                        </p:tgtEl>
                                      </p:cBhvr>
                                    </p:animEffect>
                                    <p:anim calcmode="lin" valueType="num">
                                      <p:cBhvr>
                                        <p:cTn id="59" dur="1000" fill="hold"/>
                                        <p:tgtEl>
                                          <p:spTgt spid="36"/>
                                        </p:tgtEl>
                                        <p:attrNameLst>
                                          <p:attrName>ppt_x</p:attrName>
                                        </p:attrNameLst>
                                      </p:cBhvr>
                                      <p:tavLst>
                                        <p:tav tm="0">
                                          <p:val>
                                            <p:strVal val="#ppt_x"/>
                                          </p:val>
                                        </p:tav>
                                        <p:tav tm="100000">
                                          <p:val>
                                            <p:strVal val="#ppt_x"/>
                                          </p:val>
                                        </p:tav>
                                      </p:tavLst>
                                    </p:anim>
                                    <p:anim calcmode="lin" valueType="num">
                                      <p:cBhvr>
                                        <p:cTn id="60" dur="1000" fill="hold"/>
                                        <p:tgtEl>
                                          <p:spTgt spid="3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1000"/>
                                        <p:tgtEl>
                                          <p:spTgt spid="37"/>
                                        </p:tgtEl>
                                      </p:cBhvr>
                                    </p:animEffect>
                                    <p:anim calcmode="lin" valueType="num">
                                      <p:cBhvr>
                                        <p:cTn id="64" dur="1000" fill="hold"/>
                                        <p:tgtEl>
                                          <p:spTgt spid="37"/>
                                        </p:tgtEl>
                                        <p:attrNameLst>
                                          <p:attrName>ppt_x</p:attrName>
                                        </p:attrNameLst>
                                      </p:cBhvr>
                                      <p:tavLst>
                                        <p:tav tm="0">
                                          <p:val>
                                            <p:strVal val="#ppt_x"/>
                                          </p:val>
                                        </p:tav>
                                        <p:tav tm="100000">
                                          <p:val>
                                            <p:strVal val="#ppt_x"/>
                                          </p:val>
                                        </p:tav>
                                      </p:tavLst>
                                    </p:anim>
                                    <p:anim calcmode="lin" valueType="num">
                                      <p:cBhvr>
                                        <p:cTn id="65" dur="1000" fill="hold"/>
                                        <p:tgtEl>
                                          <p:spTgt spid="37"/>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1000"/>
                                        <p:tgtEl>
                                          <p:spTgt spid="38"/>
                                        </p:tgtEl>
                                      </p:cBhvr>
                                    </p:animEffect>
                                    <p:anim calcmode="lin" valueType="num">
                                      <p:cBhvr>
                                        <p:cTn id="69" dur="1000" fill="hold"/>
                                        <p:tgtEl>
                                          <p:spTgt spid="38"/>
                                        </p:tgtEl>
                                        <p:attrNameLst>
                                          <p:attrName>ppt_x</p:attrName>
                                        </p:attrNameLst>
                                      </p:cBhvr>
                                      <p:tavLst>
                                        <p:tav tm="0">
                                          <p:val>
                                            <p:strVal val="#ppt_x"/>
                                          </p:val>
                                        </p:tav>
                                        <p:tav tm="100000">
                                          <p:val>
                                            <p:strVal val="#ppt_x"/>
                                          </p:val>
                                        </p:tav>
                                      </p:tavLst>
                                    </p:anim>
                                    <p:anim calcmode="lin" valueType="num">
                                      <p:cBhvr>
                                        <p:cTn id="70"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1000"/>
                                        <p:tgtEl>
                                          <p:spTgt spid="11"/>
                                        </p:tgtEl>
                                      </p:cBhvr>
                                    </p:animEffect>
                                    <p:anim calcmode="lin" valueType="num">
                                      <p:cBhvr>
                                        <p:cTn id="76" dur="1000" fill="hold"/>
                                        <p:tgtEl>
                                          <p:spTgt spid="11"/>
                                        </p:tgtEl>
                                        <p:attrNameLst>
                                          <p:attrName>ppt_x</p:attrName>
                                        </p:attrNameLst>
                                      </p:cBhvr>
                                      <p:tavLst>
                                        <p:tav tm="0">
                                          <p:val>
                                            <p:strVal val="#ppt_x"/>
                                          </p:val>
                                        </p:tav>
                                        <p:tav tm="100000">
                                          <p:val>
                                            <p:strVal val="#ppt_x"/>
                                          </p:val>
                                        </p:tav>
                                      </p:tavLst>
                                    </p:anim>
                                    <p:anim calcmode="lin" valueType="num">
                                      <p:cBhvr>
                                        <p:cTn id="77" dur="1000" fill="hold"/>
                                        <p:tgtEl>
                                          <p:spTgt spid="11"/>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1000"/>
                                        <p:tgtEl>
                                          <p:spTgt spid="39"/>
                                        </p:tgtEl>
                                      </p:cBhvr>
                                    </p:animEffect>
                                    <p:anim calcmode="lin" valueType="num">
                                      <p:cBhvr>
                                        <p:cTn id="81" dur="1000" fill="hold"/>
                                        <p:tgtEl>
                                          <p:spTgt spid="39"/>
                                        </p:tgtEl>
                                        <p:attrNameLst>
                                          <p:attrName>ppt_x</p:attrName>
                                        </p:attrNameLst>
                                      </p:cBhvr>
                                      <p:tavLst>
                                        <p:tav tm="0">
                                          <p:val>
                                            <p:strVal val="#ppt_x"/>
                                          </p:val>
                                        </p:tav>
                                        <p:tav tm="100000">
                                          <p:val>
                                            <p:strVal val="#ppt_x"/>
                                          </p:val>
                                        </p:tav>
                                      </p:tavLst>
                                    </p:anim>
                                    <p:anim calcmode="lin" valueType="num">
                                      <p:cBhvr>
                                        <p:cTn id="82" dur="1000" fill="hold"/>
                                        <p:tgtEl>
                                          <p:spTgt spid="39"/>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fade">
                                      <p:cBhvr>
                                        <p:cTn id="85" dur="1000"/>
                                        <p:tgtEl>
                                          <p:spTgt spid="12"/>
                                        </p:tgtEl>
                                      </p:cBhvr>
                                    </p:animEffect>
                                    <p:anim calcmode="lin" valueType="num">
                                      <p:cBhvr>
                                        <p:cTn id="86" dur="1000" fill="hold"/>
                                        <p:tgtEl>
                                          <p:spTgt spid="12"/>
                                        </p:tgtEl>
                                        <p:attrNameLst>
                                          <p:attrName>ppt_x</p:attrName>
                                        </p:attrNameLst>
                                      </p:cBhvr>
                                      <p:tavLst>
                                        <p:tav tm="0">
                                          <p:val>
                                            <p:strVal val="#ppt_x"/>
                                          </p:val>
                                        </p:tav>
                                        <p:tav tm="100000">
                                          <p:val>
                                            <p:strVal val="#ppt_x"/>
                                          </p:val>
                                        </p:tav>
                                      </p:tavLst>
                                    </p:anim>
                                    <p:anim calcmode="lin" valueType="num">
                                      <p:cBhvr>
                                        <p:cTn id="8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13"/>
                                        </p:tgtEl>
                                        <p:attrNameLst>
                                          <p:attrName>style.visibility</p:attrName>
                                        </p:attrNameLst>
                                      </p:cBhvr>
                                      <p:to>
                                        <p:strVal val="visible"/>
                                      </p:to>
                                    </p:set>
                                    <p:animEffect transition="in" filter="fade">
                                      <p:cBhvr>
                                        <p:cTn id="92" dur="1000"/>
                                        <p:tgtEl>
                                          <p:spTgt spid="13"/>
                                        </p:tgtEl>
                                      </p:cBhvr>
                                    </p:animEffect>
                                    <p:anim calcmode="lin" valueType="num">
                                      <p:cBhvr>
                                        <p:cTn id="93" dur="1000" fill="hold"/>
                                        <p:tgtEl>
                                          <p:spTgt spid="13"/>
                                        </p:tgtEl>
                                        <p:attrNameLst>
                                          <p:attrName>ppt_x</p:attrName>
                                        </p:attrNameLst>
                                      </p:cBhvr>
                                      <p:tavLst>
                                        <p:tav tm="0">
                                          <p:val>
                                            <p:strVal val="#ppt_x"/>
                                          </p:val>
                                        </p:tav>
                                        <p:tav tm="100000">
                                          <p:val>
                                            <p:strVal val="#ppt_x"/>
                                          </p:val>
                                        </p:tav>
                                      </p:tavLst>
                                    </p:anim>
                                    <p:anim calcmode="lin" valueType="num">
                                      <p:cBhvr>
                                        <p:cTn id="94" dur="1000" fill="hold"/>
                                        <p:tgtEl>
                                          <p:spTgt spid="13"/>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1000"/>
                                        <p:tgtEl>
                                          <p:spTgt spid="40"/>
                                        </p:tgtEl>
                                      </p:cBhvr>
                                    </p:animEffect>
                                    <p:anim calcmode="lin" valueType="num">
                                      <p:cBhvr>
                                        <p:cTn id="98" dur="1000" fill="hold"/>
                                        <p:tgtEl>
                                          <p:spTgt spid="40"/>
                                        </p:tgtEl>
                                        <p:attrNameLst>
                                          <p:attrName>ppt_x</p:attrName>
                                        </p:attrNameLst>
                                      </p:cBhvr>
                                      <p:tavLst>
                                        <p:tav tm="0">
                                          <p:val>
                                            <p:strVal val="#ppt_x"/>
                                          </p:val>
                                        </p:tav>
                                        <p:tav tm="100000">
                                          <p:val>
                                            <p:strVal val="#ppt_x"/>
                                          </p:val>
                                        </p:tav>
                                      </p:tavLst>
                                    </p:anim>
                                    <p:anim calcmode="lin" valueType="num">
                                      <p:cBhvr>
                                        <p:cTn id="99" dur="1000" fill="hold"/>
                                        <p:tgtEl>
                                          <p:spTgt spid="4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1000"/>
                                        <p:tgtEl>
                                          <p:spTgt spid="41"/>
                                        </p:tgtEl>
                                      </p:cBhvr>
                                    </p:animEffect>
                                    <p:anim calcmode="lin" valueType="num">
                                      <p:cBhvr>
                                        <p:cTn id="103" dur="1000" fill="hold"/>
                                        <p:tgtEl>
                                          <p:spTgt spid="41"/>
                                        </p:tgtEl>
                                        <p:attrNameLst>
                                          <p:attrName>ppt_x</p:attrName>
                                        </p:attrNameLst>
                                      </p:cBhvr>
                                      <p:tavLst>
                                        <p:tav tm="0">
                                          <p:val>
                                            <p:strVal val="#ppt_x"/>
                                          </p:val>
                                        </p:tav>
                                        <p:tav tm="100000">
                                          <p:val>
                                            <p:strVal val="#ppt_x"/>
                                          </p:val>
                                        </p:tav>
                                      </p:tavLst>
                                    </p:anim>
                                    <p:anim calcmode="lin" valueType="num">
                                      <p:cBhvr>
                                        <p:cTn id="104" dur="1000" fill="hold"/>
                                        <p:tgtEl>
                                          <p:spTgt spid="4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14"/>
                                        </p:tgtEl>
                                        <p:attrNameLst>
                                          <p:attrName>style.visibility</p:attrName>
                                        </p:attrNameLst>
                                      </p:cBhvr>
                                      <p:to>
                                        <p:strVal val="visible"/>
                                      </p:to>
                                    </p:set>
                                    <p:animEffect transition="in" filter="fade">
                                      <p:cBhvr>
                                        <p:cTn id="107" dur="1000"/>
                                        <p:tgtEl>
                                          <p:spTgt spid="14"/>
                                        </p:tgtEl>
                                      </p:cBhvr>
                                    </p:animEffect>
                                    <p:anim calcmode="lin" valueType="num">
                                      <p:cBhvr>
                                        <p:cTn id="108" dur="1000" fill="hold"/>
                                        <p:tgtEl>
                                          <p:spTgt spid="14"/>
                                        </p:tgtEl>
                                        <p:attrNameLst>
                                          <p:attrName>ppt_x</p:attrName>
                                        </p:attrNameLst>
                                      </p:cBhvr>
                                      <p:tavLst>
                                        <p:tav tm="0">
                                          <p:val>
                                            <p:strVal val="#ppt_x"/>
                                          </p:val>
                                        </p:tav>
                                        <p:tav tm="100000">
                                          <p:val>
                                            <p:strVal val="#ppt_x"/>
                                          </p:val>
                                        </p:tav>
                                      </p:tavLst>
                                    </p:anim>
                                    <p:anim calcmode="lin" valueType="num">
                                      <p:cBhvr>
                                        <p:cTn id="109" dur="1000" fill="hold"/>
                                        <p:tgtEl>
                                          <p:spTgt spid="14"/>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fade">
                                      <p:cBhvr>
                                        <p:cTn id="112" dur="1000"/>
                                        <p:tgtEl>
                                          <p:spTgt spid="42"/>
                                        </p:tgtEl>
                                      </p:cBhvr>
                                    </p:animEffect>
                                    <p:anim calcmode="lin" valueType="num">
                                      <p:cBhvr>
                                        <p:cTn id="113" dur="1000" fill="hold"/>
                                        <p:tgtEl>
                                          <p:spTgt spid="42"/>
                                        </p:tgtEl>
                                        <p:attrNameLst>
                                          <p:attrName>ppt_x</p:attrName>
                                        </p:attrNameLst>
                                      </p:cBhvr>
                                      <p:tavLst>
                                        <p:tav tm="0">
                                          <p:val>
                                            <p:strVal val="#ppt_x"/>
                                          </p:val>
                                        </p:tav>
                                        <p:tav tm="100000">
                                          <p:val>
                                            <p:strVal val="#ppt_x"/>
                                          </p:val>
                                        </p:tav>
                                      </p:tavLst>
                                    </p:anim>
                                    <p:anim calcmode="lin" valueType="num">
                                      <p:cBhvr>
                                        <p:cTn id="114" dur="1000" fill="hold"/>
                                        <p:tgtEl>
                                          <p:spTgt spid="42"/>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1000"/>
                                        <p:tgtEl>
                                          <p:spTgt spid="43"/>
                                        </p:tgtEl>
                                      </p:cBhvr>
                                    </p:animEffect>
                                    <p:anim calcmode="lin" valueType="num">
                                      <p:cBhvr>
                                        <p:cTn id="118" dur="1000" fill="hold"/>
                                        <p:tgtEl>
                                          <p:spTgt spid="43"/>
                                        </p:tgtEl>
                                        <p:attrNameLst>
                                          <p:attrName>ppt_x</p:attrName>
                                        </p:attrNameLst>
                                      </p:cBhvr>
                                      <p:tavLst>
                                        <p:tav tm="0">
                                          <p:val>
                                            <p:strVal val="#ppt_x"/>
                                          </p:val>
                                        </p:tav>
                                        <p:tav tm="100000">
                                          <p:val>
                                            <p:strVal val="#ppt_x"/>
                                          </p:val>
                                        </p:tav>
                                      </p:tavLst>
                                    </p:anim>
                                    <p:anim calcmode="lin" valueType="num">
                                      <p:cBhvr>
                                        <p:cTn id="119" dur="1000" fill="hold"/>
                                        <p:tgtEl>
                                          <p:spTgt spid="43"/>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21" dur="1" fill="hold">
                                          <p:stCondLst>
                                            <p:cond delay="0"/>
                                          </p:stCondLst>
                                        </p:cTn>
                                        <p:tgtEl>
                                          <p:spTgt spid="15"/>
                                        </p:tgtEl>
                                        <p:attrNameLst>
                                          <p:attrName>style.visibility</p:attrName>
                                        </p:attrNameLst>
                                      </p:cBhvr>
                                      <p:to>
                                        <p:strVal val="visible"/>
                                      </p:to>
                                    </p:set>
                                    <p:animEffect transition="in" filter="fade">
                                      <p:cBhvr>
                                        <p:cTn id="122" dur="1000"/>
                                        <p:tgtEl>
                                          <p:spTgt spid="15"/>
                                        </p:tgtEl>
                                      </p:cBhvr>
                                    </p:animEffect>
                                    <p:anim calcmode="lin" valueType="num">
                                      <p:cBhvr>
                                        <p:cTn id="123" dur="1000" fill="hold"/>
                                        <p:tgtEl>
                                          <p:spTgt spid="15"/>
                                        </p:tgtEl>
                                        <p:attrNameLst>
                                          <p:attrName>ppt_x</p:attrName>
                                        </p:attrNameLst>
                                      </p:cBhvr>
                                      <p:tavLst>
                                        <p:tav tm="0">
                                          <p:val>
                                            <p:strVal val="#ppt_x"/>
                                          </p:val>
                                        </p:tav>
                                        <p:tav tm="100000">
                                          <p:val>
                                            <p:strVal val="#ppt_x"/>
                                          </p:val>
                                        </p:tav>
                                      </p:tavLst>
                                    </p:anim>
                                    <p:anim calcmode="lin" valueType="num">
                                      <p:cBhvr>
                                        <p:cTn id="124" dur="1000" fill="hold"/>
                                        <p:tgtEl>
                                          <p:spTgt spid="15"/>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1000"/>
                                        <p:tgtEl>
                                          <p:spTgt spid="44"/>
                                        </p:tgtEl>
                                      </p:cBhvr>
                                    </p:animEffect>
                                    <p:anim calcmode="lin" valueType="num">
                                      <p:cBhvr>
                                        <p:cTn id="128" dur="1000" fill="hold"/>
                                        <p:tgtEl>
                                          <p:spTgt spid="44"/>
                                        </p:tgtEl>
                                        <p:attrNameLst>
                                          <p:attrName>ppt_x</p:attrName>
                                        </p:attrNameLst>
                                      </p:cBhvr>
                                      <p:tavLst>
                                        <p:tav tm="0">
                                          <p:val>
                                            <p:strVal val="#ppt_x"/>
                                          </p:val>
                                        </p:tav>
                                        <p:tav tm="100000">
                                          <p:val>
                                            <p:strVal val="#ppt_x"/>
                                          </p:val>
                                        </p:tav>
                                      </p:tavLst>
                                    </p:anim>
                                    <p:anim calcmode="lin" valueType="num">
                                      <p:cBhvr>
                                        <p:cTn id="129" dur="1000" fill="hold"/>
                                        <p:tgtEl>
                                          <p:spTgt spid="44"/>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1000"/>
                                        <p:tgtEl>
                                          <p:spTgt spid="45"/>
                                        </p:tgtEl>
                                      </p:cBhvr>
                                    </p:animEffect>
                                    <p:anim calcmode="lin" valueType="num">
                                      <p:cBhvr>
                                        <p:cTn id="133" dur="1000" fill="hold"/>
                                        <p:tgtEl>
                                          <p:spTgt spid="45"/>
                                        </p:tgtEl>
                                        <p:attrNameLst>
                                          <p:attrName>ppt_x</p:attrName>
                                        </p:attrNameLst>
                                      </p:cBhvr>
                                      <p:tavLst>
                                        <p:tav tm="0">
                                          <p:val>
                                            <p:strVal val="#ppt_x"/>
                                          </p:val>
                                        </p:tav>
                                        <p:tav tm="100000">
                                          <p:val>
                                            <p:strVal val="#ppt_x"/>
                                          </p:val>
                                        </p:tav>
                                      </p:tavLst>
                                    </p:anim>
                                    <p:anim calcmode="lin" valueType="num">
                                      <p:cBhvr>
                                        <p:cTn id="134"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nodeType="clickEffect">
                                  <p:stCondLst>
                                    <p:cond delay="0"/>
                                  </p:stCondLst>
                                  <p:childTnLst>
                                    <p:set>
                                      <p:cBhvr>
                                        <p:cTn id="138" dur="1" fill="hold">
                                          <p:stCondLst>
                                            <p:cond delay="0"/>
                                          </p:stCondLst>
                                        </p:cTn>
                                        <p:tgtEl>
                                          <p:spTgt spid="16"/>
                                        </p:tgtEl>
                                        <p:attrNameLst>
                                          <p:attrName>style.visibility</p:attrName>
                                        </p:attrNameLst>
                                      </p:cBhvr>
                                      <p:to>
                                        <p:strVal val="visible"/>
                                      </p:to>
                                    </p:set>
                                    <p:animEffect transition="in" filter="fade">
                                      <p:cBhvr>
                                        <p:cTn id="139" dur="1000"/>
                                        <p:tgtEl>
                                          <p:spTgt spid="16"/>
                                        </p:tgtEl>
                                      </p:cBhvr>
                                    </p:animEffect>
                                    <p:anim calcmode="lin" valueType="num">
                                      <p:cBhvr>
                                        <p:cTn id="140" dur="1000" fill="hold"/>
                                        <p:tgtEl>
                                          <p:spTgt spid="16"/>
                                        </p:tgtEl>
                                        <p:attrNameLst>
                                          <p:attrName>ppt_x</p:attrName>
                                        </p:attrNameLst>
                                      </p:cBhvr>
                                      <p:tavLst>
                                        <p:tav tm="0">
                                          <p:val>
                                            <p:strVal val="#ppt_x"/>
                                          </p:val>
                                        </p:tav>
                                        <p:tav tm="100000">
                                          <p:val>
                                            <p:strVal val="#ppt_x"/>
                                          </p:val>
                                        </p:tav>
                                      </p:tavLst>
                                    </p:anim>
                                    <p:anim calcmode="lin" valueType="num">
                                      <p:cBhvr>
                                        <p:cTn id="141" dur="1000" fill="hold"/>
                                        <p:tgtEl>
                                          <p:spTgt spid="16"/>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46"/>
                                        </p:tgtEl>
                                        <p:attrNameLst>
                                          <p:attrName>style.visibility</p:attrName>
                                        </p:attrNameLst>
                                      </p:cBhvr>
                                      <p:to>
                                        <p:strVal val="visible"/>
                                      </p:to>
                                    </p:set>
                                    <p:animEffect transition="in" filter="fade">
                                      <p:cBhvr>
                                        <p:cTn id="144" dur="1000"/>
                                        <p:tgtEl>
                                          <p:spTgt spid="46"/>
                                        </p:tgtEl>
                                      </p:cBhvr>
                                    </p:animEffect>
                                    <p:anim calcmode="lin" valueType="num">
                                      <p:cBhvr>
                                        <p:cTn id="145" dur="1000" fill="hold"/>
                                        <p:tgtEl>
                                          <p:spTgt spid="46"/>
                                        </p:tgtEl>
                                        <p:attrNameLst>
                                          <p:attrName>ppt_x</p:attrName>
                                        </p:attrNameLst>
                                      </p:cBhvr>
                                      <p:tavLst>
                                        <p:tav tm="0">
                                          <p:val>
                                            <p:strVal val="#ppt_x"/>
                                          </p:val>
                                        </p:tav>
                                        <p:tav tm="100000">
                                          <p:val>
                                            <p:strVal val="#ppt_x"/>
                                          </p:val>
                                        </p:tav>
                                      </p:tavLst>
                                    </p:anim>
                                    <p:anim calcmode="lin" valueType="num">
                                      <p:cBhvr>
                                        <p:cTn id="146" dur="1000" fill="hold"/>
                                        <p:tgtEl>
                                          <p:spTgt spid="46"/>
                                        </p:tgtEl>
                                        <p:attrNameLst>
                                          <p:attrName>ppt_y</p:attrName>
                                        </p:attrNameLst>
                                      </p:cBhvr>
                                      <p:tavLst>
                                        <p:tav tm="0">
                                          <p:val>
                                            <p:strVal val="#ppt_y+.1"/>
                                          </p:val>
                                        </p:tav>
                                        <p:tav tm="100000">
                                          <p:val>
                                            <p:strVal val="#ppt_y"/>
                                          </p:val>
                                        </p:tav>
                                      </p:tavLst>
                                    </p:anim>
                                  </p:childTnLst>
                                </p:cTn>
                              </p:par>
                              <p:par>
                                <p:cTn id="147" presetID="42" presetClass="entr" presetSubtype="0" fill="hold" nodeType="withEffect">
                                  <p:stCondLst>
                                    <p:cond delay="0"/>
                                  </p:stCondLst>
                                  <p:childTnLst>
                                    <p:set>
                                      <p:cBhvr>
                                        <p:cTn id="148" dur="1" fill="hold">
                                          <p:stCondLst>
                                            <p:cond delay="0"/>
                                          </p:stCondLst>
                                        </p:cTn>
                                        <p:tgtEl>
                                          <p:spTgt spid="17"/>
                                        </p:tgtEl>
                                        <p:attrNameLst>
                                          <p:attrName>style.visibility</p:attrName>
                                        </p:attrNameLst>
                                      </p:cBhvr>
                                      <p:to>
                                        <p:strVal val="visible"/>
                                      </p:to>
                                    </p:set>
                                    <p:animEffect transition="in" filter="fade">
                                      <p:cBhvr>
                                        <p:cTn id="149" dur="1000"/>
                                        <p:tgtEl>
                                          <p:spTgt spid="17"/>
                                        </p:tgtEl>
                                      </p:cBhvr>
                                    </p:animEffect>
                                    <p:anim calcmode="lin" valueType="num">
                                      <p:cBhvr>
                                        <p:cTn id="150" dur="1000" fill="hold"/>
                                        <p:tgtEl>
                                          <p:spTgt spid="17"/>
                                        </p:tgtEl>
                                        <p:attrNameLst>
                                          <p:attrName>ppt_x</p:attrName>
                                        </p:attrNameLst>
                                      </p:cBhvr>
                                      <p:tavLst>
                                        <p:tav tm="0">
                                          <p:val>
                                            <p:strVal val="#ppt_x"/>
                                          </p:val>
                                        </p:tav>
                                        <p:tav tm="100000">
                                          <p:val>
                                            <p:strVal val="#ppt_x"/>
                                          </p:val>
                                        </p:tav>
                                      </p:tavLst>
                                    </p:anim>
                                    <p:anim calcmode="lin" valueType="num">
                                      <p:cBhvr>
                                        <p:cTn id="15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42" presetClass="entr" presetSubtype="0" fill="hold" grpId="0" nodeType="clickEffect">
                                  <p:stCondLst>
                                    <p:cond delay="0"/>
                                  </p:stCondLst>
                                  <p:childTnLst>
                                    <p:set>
                                      <p:cBhvr>
                                        <p:cTn id="155" dur="1" fill="hold">
                                          <p:stCondLst>
                                            <p:cond delay="0"/>
                                          </p:stCondLst>
                                        </p:cTn>
                                        <p:tgtEl>
                                          <p:spTgt spid="47"/>
                                        </p:tgtEl>
                                        <p:attrNameLst>
                                          <p:attrName>style.visibility</p:attrName>
                                        </p:attrNameLst>
                                      </p:cBhvr>
                                      <p:to>
                                        <p:strVal val="visible"/>
                                      </p:to>
                                    </p:set>
                                    <p:animEffect transition="in" filter="fade">
                                      <p:cBhvr>
                                        <p:cTn id="156" dur="1000"/>
                                        <p:tgtEl>
                                          <p:spTgt spid="47"/>
                                        </p:tgtEl>
                                      </p:cBhvr>
                                    </p:animEffect>
                                    <p:anim calcmode="lin" valueType="num">
                                      <p:cBhvr>
                                        <p:cTn id="157" dur="1000" fill="hold"/>
                                        <p:tgtEl>
                                          <p:spTgt spid="47"/>
                                        </p:tgtEl>
                                        <p:attrNameLst>
                                          <p:attrName>ppt_x</p:attrName>
                                        </p:attrNameLst>
                                      </p:cBhvr>
                                      <p:tavLst>
                                        <p:tav tm="0">
                                          <p:val>
                                            <p:strVal val="#ppt_x"/>
                                          </p:val>
                                        </p:tav>
                                        <p:tav tm="100000">
                                          <p:val>
                                            <p:strVal val="#ppt_x"/>
                                          </p:val>
                                        </p:tav>
                                      </p:tavLst>
                                    </p:anim>
                                    <p:anim calcmode="lin" valueType="num">
                                      <p:cBhvr>
                                        <p:cTn id="158"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42" presetClass="entr" presetSubtype="0" fill="hold" nodeType="clickEffect">
                                  <p:stCondLst>
                                    <p:cond delay="0"/>
                                  </p:stCondLst>
                                  <p:childTnLst>
                                    <p:set>
                                      <p:cBhvr>
                                        <p:cTn id="162" dur="1" fill="hold">
                                          <p:stCondLst>
                                            <p:cond delay="0"/>
                                          </p:stCondLst>
                                        </p:cTn>
                                        <p:tgtEl>
                                          <p:spTgt spid="18"/>
                                        </p:tgtEl>
                                        <p:attrNameLst>
                                          <p:attrName>style.visibility</p:attrName>
                                        </p:attrNameLst>
                                      </p:cBhvr>
                                      <p:to>
                                        <p:strVal val="visible"/>
                                      </p:to>
                                    </p:set>
                                    <p:animEffect transition="in" filter="fade">
                                      <p:cBhvr>
                                        <p:cTn id="163" dur="1000"/>
                                        <p:tgtEl>
                                          <p:spTgt spid="18"/>
                                        </p:tgtEl>
                                      </p:cBhvr>
                                    </p:animEffect>
                                    <p:anim calcmode="lin" valueType="num">
                                      <p:cBhvr>
                                        <p:cTn id="164" dur="1000" fill="hold"/>
                                        <p:tgtEl>
                                          <p:spTgt spid="18"/>
                                        </p:tgtEl>
                                        <p:attrNameLst>
                                          <p:attrName>ppt_x</p:attrName>
                                        </p:attrNameLst>
                                      </p:cBhvr>
                                      <p:tavLst>
                                        <p:tav tm="0">
                                          <p:val>
                                            <p:strVal val="#ppt_x"/>
                                          </p:val>
                                        </p:tav>
                                        <p:tav tm="100000">
                                          <p:val>
                                            <p:strVal val="#ppt_x"/>
                                          </p:val>
                                        </p:tav>
                                      </p:tavLst>
                                    </p:anim>
                                    <p:anim calcmode="lin" valueType="num">
                                      <p:cBhvr>
                                        <p:cTn id="165" dur="1000" fill="hold"/>
                                        <p:tgtEl>
                                          <p:spTgt spid="18"/>
                                        </p:tgtEl>
                                        <p:attrNameLst>
                                          <p:attrName>ppt_y</p:attrName>
                                        </p:attrNameLst>
                                      </p:cBhvr>
                                      <p:tavLst>
                                        <p:tav tm="0">
                                          <p:val>
                                            <p:strVal val="#ppt_y+.1"/>
                                          </p:val>
                                        </p:tav>
                                        <p:tav tm="100000">
                                          <p:val>
                                            <p:strVal val="#ppt_y"/>
                                          </p:val>
                                        </p:tav>
                                      </p:tavLst>
                                    </p:anim>
                                  </p:childTnLst>
                                </p:cTn>
                              </p:par>
                              <p:par>
                                <p:cTn id="166" presetID="42" presetClass="entr" presetSubtype="0" fill="hold" nodeType="withEffect">
                                  <p:stCondLst>
                                    <p:cond delay="0"/>
                                  </p:stCondLst>
                                  <p:childTnLst>
                                    <p:set>
                                      <p:cBhvr>
                                        <p:cTn id="167" dur="1" fill="hold">
                                          <p:stCondLst>
                                            <p:cond delay="0"/>
                                          </p:stCondLst>
                                        </p:cTn>
                                        <p:tgtEl>
                                          <p:spTgt spid="19"/>
                                        </p:tgtEl>
                                        <p:attrNameLst>
                                          <p:attrName>style.visibility</p:attrName>
                                        </p:attrNameLst>
                                      </p:cBhvr>
                                      <p:to>
                                        <p:strVal val="visible"/>
                                      </p:to>
                                    </p:set>
                                    <p:animEffect transition="in" filter="fade">
                                      <p:cBhvr>
                                        <p:cTn id="168" dur="1000"/>
                                        <p:tgtEl>
                                          <p:spTgt spid="19"/>
                                        </p:tgtEl>
                                      </p:cBhvr>
                                    </p:animEffect>
                                    <p:anim calcmode="lin" valueType="num">
                                      <p:cBhvr>
                                        <p:cTn id="169" dur="1000" fill="hold"/>
                                        <p:tgtEl>
                                          <p:spTgt spid="19"/>
                                        </p:tgtEl>
                                        <p:attrNameLst>
                                          <p:attrName>ppt_x</p:attrName>
                                        </p:attrNameLst>
                                      </p:cBhvr>
                                      <p:tavLst>
                                        <p:tav tm="0">
                                          <p:val>
                                            <p:strVal val="#ppt_x"/>
                                          </p:val>
                                        </p:tav>
                                        <p:tav tm="100000">
                                          <p:val>
                                            <p:strVal val="#ppt_x"/>
                                          </p:val>
                                        </p:tav>
                                      </p:tavLst>
                                    </p:anim>
                                    <p:anim calcmode="lin" valueType="num">
                                      <p:cBhvr>
                                        <p:cTn id="170" dur="1000" fill="hold"/>
                                        <p:tgtEl>
                                          <p:spTgt spid="19"/>
                                        </p:tgtEl>
                                        <p:attrNameLst>
                                          <p:attrName>ppt_y</p:attrName>
                                        </p:attrNameLst>
                                      </p:cBhvr>
                                      <p:tavLst>
                                        <p:tav tm="0">
                                          <p:val>
                                            <p:strVal val="#ppt_y+.1"/>
                                          </p:val>
                                        </p:tav>
                                        <p:tav tm="100000">
                                          <p:val>
                                            <p:strVal val="#ppt_y"/>
                                          </p:val>
                                        </p:tav>
                                      </p:tavLst>
                                    </p:anim>
                                  </p:childTnLst>
                                </p:cTn>
                              </p:par>
                              <p:par>
                                <p:cTn id="171" presetID="42" presetClass="entr" presetSubtype="0" fill="hold" nodeType="withEffect">
                                  <p:stCondLst>
                                    <p:cond delay="0"/>
                                  </p:stCondLst>
                                  <p:childTnLst>
                                    <p:set>
                                      <p:cBhvr>
                                        <p:cTn id="172" dur="1" fill="hold">
                                          <p:stCondLst>
                                            <p:cond delay="0"/>
                                          </p:stCondLst>
                                        </p:cTn>
                                        <p:tgtEl>
                                          <p:spTgt spid="20"/>
                                        </p:tgtEl>
                                        <p:attrNameLst>
                                          <p:attrName>style.visibility</p:attrName>
                                        </p:attrNameLst>
                                      </p:cBhvr>
                                      <p:to>
                                        <p:strVal val="visible"/>
                                      </p:to>
                                    </p:set>
                                    <p:animEffect transition="in" filter="fade">
                                      <p:cBhvr>
                                        <p:cTn id="173" dur="1000"/>
                                        <p:tgtEl>
                                          <p:spTgt spid="20"/>
                                        </p:tgtEl>
                                      </p:cBhvr>
                                    </p:animEffect>
                                    <p:anim calcmode="lin" valueType="num">
                                      <p:cBhvr>
                                        <p:cTn id="174" dur="1000" fill="hold"/>
                                        <p:tgtEl>
                                          <p:spTgt spid="20"/>
                                        </p:tgtEl>
                                        <p:attrNameLst>
                                          <p:attrName>ppt_x</p:attrName>
                                        </p:attrNameLst>
                                      </p:cBhvr>
                                      <p:tavLst>
                                        <p:tav tm="0">
                                          <p:val>
                                            <p:strVal val="#ppt_x"/>
                                          </p:val>
                                        </p:tav>
                                        <p:tav tm="100000">
                                          <p:val>
                                            <p:strVal val="#ppt_x"/>
                                          </p:val>
                                        </p:tav>
                                      </p:tavLst>
                                    </p:anim>
                                    <p:anim calcmode="lin" valueType="num">
                                      <p:cBhvr>
                                        <p:cTn id="175" dur="1000" fill="hold"/>
                                        <p:tgtEl>
                                          <p:spTgt spid="20"/>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48"/>
                                        </p:tgtEl>
                                        <p:attrNameLst>
                                          <p:attrName>style.visibility</p:attrName>
                                        </p:attrNameLst>
                                      </p:cBhvr>
                                      <p:to>
                                        <p:strVal val="visible"/>
                                      </p:to>
                                    </p:set>
                                    <p:animEffect transition="in" filter="fade">
                                      <p:cBhvr>
                                        <p:cTn id="178" dur="1000"/>
                                        <p:tgtEl>
                                          <p:spTgt spid="48"/>
                                        </p:tgtEl>
                                      </p:cBhvr>
                                    </p:animEffect>
                                    <p:anim calcmode="lin" valueType="num">
                                      <p:cBhvr>
                                        <p:cTn id="179" dur="1000" fill="hold"/>
                                        <p:tgtEl>
                                          <p:spTgt spid="48"/>
                                        </p:tgtEl>
                                        <p:attrNameLst>
                                          <p:attrName>ppt_x</p:attrName>
                                        </p:attrNameLst>
                                      </p:cBhvr>
                                      <p:tavLst>
                                        <p:tav tm="0">
                                          <p:val>
                                            <p:strVal val="#ppt_x"/>
                                          </p:val>
                                        </p:tav>
                                        <p:tav tm="100000">
                                          <p:val>
                                            <p:strVal val="#ppt_x"/>
                                          </p:val>
                                        </p:tav>
                                      </p:tavLst>
                                    </p:anim>
                                    <p:anim calcmode="lin" valueType="num">
                                      <p:cBhvr>
                                        <p:cTn id="180" dur="1000" fill="hold"/>
                                        <p:tgtEl>
                                          <p:spTgt spid="48"/>
                                        </p:tgtEl>
                                        <p:attrNameLst>
                                          <p:attrName>ppt_y</p:attrName>
                                        </p:attrNameLst>
                                      </p:cBhvr>
                                      <p:tavLst>
                                        <p:tav tm="0">
                                          <p:val>
                                            <p:strVal val="#ppt_y+.1"/>
                                          </p:val>
                                        </p:tav>
                                        <p:tav tm="100000">
                                          <p:val>
                                            <p:strVal val="#ppt_y"/>
                                          </p:val>
                                        </p:tav>
                                      </p:tavLst>
                                    </p:anim>
                                  </p:childTnLst>
                                </p:cTn>
                              </p:par>
                              <p:par>
                                <p:cTn id="181" presetID="42" presetClass="entr" presetSubtype="0" fill="hold" grpId="0" nodeType="withEffect">
                                  <p:stCondLst>
                                    <p:cond delay="0"/>
                                  </p:stCondLst>
                                  <p:childTnLst>
                                    <p:set>
                                      <p:cBhvr>
                                        <p:cTn id="182" dur="1" fill="hold">
                                          <p:stCondLst>
                                            <p:cond delay="0"/>
                                          </p:stCondLst>
                                        </p:cTn>
                                        <p:tgtEl>
                                          <p:spTgt spid="49"/>
                                        </p:tgtEl>
                                        <p:attrNameLst>
                                          <p:attrName>style.visibility</p:attrName>
                                        </p:attrNameLst>
                                      </p:cBhvr>
                                      <p:to>
                                        <p:strVal val="visible"/>
                                      </p:to>
                                    </p:set>
                                    <p:animEffect transition="in" filter="fade">
                                      <p:cBhvr>
                                        <p:cTn id="183" dur="1000"/>
                                        <p:tgtEl>
                                          <p:spTgt spid="49"/>
                                        </p:tgtEl>
                                      </p:cBhvr>
                                    </p:animEffect>
                                    <p:anim calcmode="lin" valueType="num">
                                      <p:cBhvr>
                                        <p:cTn id="184" dur="1000" fill="hold"/>
                                        <p:tgtEl>
                                          <p:spTgt spid="49"/>
                                        </p:tgtEl>
                                        <p:attrNameLst>
                                          <p:attrName>ppt_x</p:attrName>
                                        </p:attrNameLst>
                                      </p:cBhvr>
                                      <p:tavLst>
                                        <p:tav tm="0">
                                          <p:val>
                                            <p:strVal val="#ppt_x"/>
                                          </p:val>
                                        </p:tav>
                                        <p:tav tm="100000">
                                          <p:val>
                                            <p:strVal val="#ppt_x"/>
                                          </p:val>
                                        </p:tav>
                                      </p:tavLst>
                                    </p:anim>
                                    <p:anim calcmode="lin" valueType="num">
                                      <p:cBhvr>
                                        <p:cTn id="185"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86" fill="hold">
                      <p:stCondLst>
                        <p:cond delay="indefinite"/>
                      </p:stCondLst>
                      <p:childTnLst>
                        <p:par>
                          <p:cTn id="187" fill="hold">
                            <p:stCondLst>
                              <p:cond delay="0"/>
                            </p:stCondLst>
                            <p:childTnLst>
                              <p:par>
                                <p:cTn id="188" presetID="42" presetClass="entr" presetSubtype="0" fill="hold" nodeType="clickEffect">
                                  <p:stCondLst>
                                    <p:cond delay="0"/>
                                  </p:stCondLst>
                                  <p:childTnLst>
                                    <p:set>
                                      <p:cBhvr>
                                        <p:cTn id="189" dur="1" fill="hold">
                                          <p:stCondLst>
                                            <p:cond delay="0"/>
                                          </p:stCondLst>
                                        </p:cTn>
                                        <p:tgtEl>
                                          <p:spTgt spid="21"/>
                                        </p:tgtEl>
                                        <p:attrNameLst>
                                          <p:attrName>style.visibility</p:attrName>
                                        </p:attrNameLst>
                                      </p:cBhvr>
                                      <p:to>
                                        <p:strVal val="visible"/>
                                      </p:to>
                                    </p:set>
                                    <p:animEffect transition="in" filter="fade">
                                      <p:cBhvr>
                                        <p:cTn id="190" dur="1000"/>
                                        <p:tgtEl>
                                          <p:spTgt spid="21"/>
                                        </p:tgtEl>
                                      </p:cBhvr>
                                    </p:animEffect>
                                    <p:anim calcmode="lin" valueType="num">
                                      <p:cBhvr>
                                        <p:cTn id="191" dur="1000" fill="hold"/>
                                        <p:tgtEl>
                                          <p:spTgt spid="21"/>
                                        </p:tgtEl>
                                        <p:attrNameLst>
                                          <p:attrName>ppt_x</p:attrName>
                                        </p:attrNameLst>
                                      </p:cBhvr>
                                      <p:tavLst>
                                        <p:tav tm="0">
                                          <p:val>
                                            <p:strVal val="#ppt_x"/>
                                          </p:val>
                                        </p:tav>
                                        <p:tav tm="100000">
                                          <p:val>
                                            <p:strVal val="#ppt_x"/>
                                          </p:val>
                                        </p:tav>
                                      </p:tavLst>
                                    </p:anim>
                                    <p:anim calcmode="lin" valueType="num">
                                      <p:cBhvr>
                                        <p:cTn id="192" dur="1000" fill="hold"/>
                                        <p:tgtEl>
                                          <p:spTgt spid="21"/>
                                        </p:tgtEl>
                                        <p:attrNameLst>
                                          <p:attrName>ppt_y</p:attrName>
                                        </p:attrNameLst>
                                      </p:cBhvr>
                                      <p:tavLst>
                                        <p:tav tm="0">
                                          <p:val>
                                            <p:strVal val="#ppt_y+.1"/>
                                          </p:val>
                                        </p:tav>
                                        <p:tav tm="100000">
                                          <p:val>
                                            <p:strVal val="#ppt_y"/>
                                          </p:val>
                                        </p:tav>
                                      </p:tavLst>
                                    </p:anim>
                                  </p:childTnLst>
                                </p:cTn>
                              </p:par>
                              <p:par>
                                <p:cTn id="193" presetID="42" presetClass="entr" presetSubtype="0" fill="hold" grpId="0" nodeType="withEffect">
                                  <p:stCondLst>
                                    <p:cond delay="0"/>
                                  </p:stCondLst>
                                  <p:childTnLst>
                                    <p:set>
                                      <p:cBhvr>
                                        <p:cTn id="194" dur="1" fill="hold">
                                          <p:stCondLst>
                                            <p:cond delay="0"/>
                                          </p:stCondLst>
                                        </p:cTn>
                                        <p:tgtEl>
                                          <p:spTgt spid="51"/>
                                        </p:tgtEl>
                                        <p:attrNameLst>
                                          <p:attrName>style.visibility</p:attrName>
                                        </p:attrNameLst>
                                      </p:cBhvr>
                                      <p:to>
                                        <p:strVal val="visible"/>
                                      </p:to>
                                    </p:set>
                                    <p:animEffect transition="in" filter="fade">
                                      <p:cBhvr>
                                        <p:cTn id="195" dur="1000"/>
                                        <p:tgtEl>
                                          <p:spTgt spid="51"/>
                                        </p:tgtEl>
                                      </p:cBhvr>
                                    </p:animEffect>
                                    <p:anim calcmode="lin" valueType="num">
                                      <p:cBhvr>
                                        <p:cTn id="196" dur="1000" fill="hold"/>
                                        <p:tgtEl>
                                          <p:spTgt spid="51"/>
                                        </p:tgtEl>
                                        <p:attrNameLst>
                                          <p:attrName>ppt_x</p:attrName>
                                        </p:attrNameLst>
                                      </p:cBhvr>
                                      <p:tavLst>
                                        <p:tav tm="0">
                                          <p:val>
                                            <p:strVal val="#ppt_x"/>
                                          </p:val>
                                        </p:tav>
                                        <p:tav tm="100000">
                                          <p:val>
                                            <p:strVal val="#ppt_x"/>
                                          </p:val>
                                        </p:tav>
                                      </p:tavLst>
                                    </p:anim>
                                    <p:anim calcmode="lin" valueType="num">
                                      <p:cBhvr>
                                        <p:cTn id="197" dur="1000" fill="hold"/>
                                        <p:tgtEl>
                                          <p:spTgt spid="51"/>
                                        </p:tgtEl>
                                        <p:attrNameLst>
                                          <p:attrName>ppt_y</p:attrName>
                                        </p:attrNameLst>
                                      </p:cBhvr>
                                      <p:tavLst>
                                        <p:tav tm="0">
                                          <p:val>
                                            <p:strVal val="#ppt_y+.1"/>
                                          </p:val>
                                        </p:tav>
                                        <p:tav tm="100000">
                                          <p:val>
                                            <p:strVal val="#ppt_y"/>
                                          </p:val>
                                        </p:tav>
                                      </p:tavLst>
                                    </p:anim>
                                  </p:childTnLst>
                                </p:cTn>
                              </p:par>
                              <p:par>
                                <p:cTn id="198" presetID="42" presetClass="entr" presetSubtype="0" fill="hold" grpId="0" nodeType="withEffect">
                                  <p:stCondLst>
                                    <p:cond delay="0"/>
                                  </p:stCondLst>
                                  <p:childTnLst>
                                    <p:set>
                                      <p:cBhvr>
                                        <p:cTn id="199" dur="1" fill="hold">
                                          <p:stCondLst>
                                            <p:cond delay="0"/>
                                          </p:stCondLst>
                                        </p:cTn>
                                        <p:tgtEl>
                                          <p:spTgt spid="50"/>
                                        </p:tgtEl>
                                        <p:attrNameLst>
                                          <p:attrName>style.visibility</p:attrName>
                                        </p:attrNameLst>
                                      </p:cBhvr>
                                      <p:to>
                                        <p:strVal val="visible"/>
                                      </p:to>
                                    </p:set>
                                    <p:animEffect transition="in" filter="fade">
                                      <p:cBhvr>
                                        <p:cTn id="200" dur="1000"/>
                                        <p:tgtEl>
                                          <p:spTgt spid="50"/>
                                        </p:tgtEl>
                                      </p:cBhvr>
                                    </p:animEffect>
                                    <p:anim calcmode="lin" valueType="num">
                                      <p:cBhvr>
                                        <p:cTn id="201" dur="1000" fill="hold"/>
                                        <p:tgtEl>
                                          <p:spTgt spid="50"/>
                                        </p:tgtEl>
                                        <p:attrNameLst>
                                          <p:attrName>ppt_x</p:attrName>
                                        </p:attrNameLst>
                                      </p:cBhvr>
                                      <p:tavLst>
                                        <p:tav tm="0">
                                          <p:val>
                                            <p:strVal val="#ppt_x"/>
                                          </p:val>
                                        </p:tav>
                                        <p:tav tm="100000">
                                          <p:val>
                                            <p:strVal val="#ppt_x"/>
                                          </p:val>
                                        </p:tav>
                                      </p:tavLst>
                                    </p:anim>
                                    <p:anim calcmode="lin" valueType="num">
                                      <p:cBhvr>
                                        <p:cTn id="202" dur="1000" fill="hold"/>
                                        <p:tgtEl>
                                          <p:spTgt spid="50"/>
                                        </p:tgtEl>
                                        <p:attrNameLst>
                                          <p:attrName>ppt_y</p:attrName>
                                        </p:attrNameLst>
                                      </p:cBhvr>
                                      <p:tavLst>
                                        <p:tav tm="0">
                                          <p:val>
                                            <p:strVal val="#ppt_y+.1"/>
                                          </p:val>
                                        </p:tav>
                                        <p:tav tm="100000">
                                          <p:val>
                                            <p:strVal val="#ppt_y"/>
                                          </p:val>
                                        </p:tav>
                                      </p:tavLst>
                                    </p:anim>
                                  </p:childTnLst>
                                </p:cTn>
                              </p:par>
                              <p:par>
                                <p:cTn id="203" presetID="42" presetClass="entr" presetSubtype="0" fill="hold" nodeType="withEffect">
                                  <p:stCondLst>
                                    <p:cond delay="0"/>
                                  </p:stCondLst>
                                  <p:childTnLst>
                                    <p:set>
                                      <p:cBhvr>
                                        <p:cTn id="204" dur="1" fill="hold">
                                          <p:stCondLst>
                                            <p:cond delay="0"/>
                                          </p:stCondLst>
                                        </p:cTn>
                                        <p:tgtEl>
                                          <p:spTgt spid="22"/>
                                        </p:tgtEl>
                                        <p:attrNameLst>
                                          <p:attrName>style.visibility</p:attrName>
                                        </p:attrNameLst>
                                      </p:cBhvr>
                                      <p:to>
                                        <p:strVal val="visible"/>
                                      </p:to>
                                    </p:set>
                                    <p:animEffect transition="in" filter="fade">
                                      <p:cBhvr>
                                        <p:cTn id="205" dur="1000"/>
                                        <p:tgtEl>
                                          <p:spTgt spid="22"/>
                                        </p:tgtEl>
                                      </p:cBhvr>
                                    </p:animEffect>
                                    <p:anim calcmode="lin" valueType="num">
                                      <p:cBhvr>
                                        <p:cTn id="206" dur="1000" fill="hold"/>
                                        <p:tgtEl>
                                          <p:spTgt spid="22"/>
                                        </p:tgtEl>
                                        <p:attrNameLst>
                                          <p:attrName>ppt_x</p:attrName>
                                        </p:attrNameLst>
                                      </p:cBhvr>
                                      <p:tavLst>
                                        <p:tav tm="0">
                                          <p:val>
                                            <p:strVal val="#ppt_x"/>
                                          </p:val>
                                        </p:tav>
                                        <p:tav tm="100000">
                                          <p:val>
                                            <p:strVal val="#ppt_x"/>
                                          </p:val>
                                        </p:tav>
                                      </p:tavLst>
                                    </p:anim>
                                    <p:anim calcmode="lin" valueType="num">
                                      <p:cBhvr>
                                        <p:cTn id="207" dur="1000" fill="hold"/>
                                        <p:tgtEl>
                                          <p:spTgt spid="22"/>
                                        </p:tgtEl>
                                        <p:attrNameLst>
                                          <p:attrName>ppt_y</p:attrName>
                                        </p:attrNameLst>
                                      </p:cBhvr>
                                      <p:tavLst>
                                        <p:tav tm="0">
                                          <p:val>
                                            <p:strVal val="#ppt_y+.1"/>
                                          </p:val>
                                        </p:tav>
                                        <p:tav tm="100000">
                                          <p:val>
                                            <p:strVal val="#ppt_y"/>
                                          </p:val>
                                        </p:tav>
                                      </p:tavLst>
                                    </p:anim>
                                  </p:childTnLst>
                                </p:cTn>
                              </p:par>
                              <p:par>
                                <p:cTn id="208" presetID="42" presetClass="entr" presetSubtype="0" fill="hold" nodeType="withEffect">
                                  <p:stCondLst>
                                    <p:cond delay="0"/>
                                  </p:stCondLst>
                                  <p:childTnLst>
                                    <p:set>
                                      <p:cBhvr>
                                        <p:cTn id="209" dur="1" fill="hold">
                                          <p:stCondLst>
                                            <p:cond delay="0"/>
                                          </p:stCondLst>
                                        </p:cTn>
                                        <p:tgtEl>
                                          <p:spTgt spid="23"/>
                                        </p:tgtEl>
                                        <p:attrNameLst>
                                          <p:attrName>style.visibility</p:attrName>
                                        </p:attrNameLst>
                                      </p:cBhvr>
                                      <p:to>
                                        <p:strVal val="visible"/>
                                      </p:to>
                                    </p:set>
                                    <p:animEffect transition="in" filter="fade">
                                      <p:cBhvr>
                                        <p:cTn id="210" dur="1000"/>
                                        <p:tgtEl>
                                          <p:spTgt spid="23"/>
                                        </p:tgtEl>
                                      </p:cBhvr>
                                    </p:animEffect>
                                    <p:anim calcmode="lin" valueType="num">
                                      <p:cBhvr>
                                        <p:cTn id="211" dur="1000" fill="hold"/>
                                        <p:tgtEl>
                                          <p:spTgt spid="23"/>
                                        </p:tgtEl>
                                        <p:attrNameLst>
                                          <p:attrName>ppt_x</p:attrName>
                                        </p:attrNameLst>
                                      </p:cBhvr>
                                      <p:tavLst>
                                        <p:tav tm="0">
                                          <p:val>
                                            <p:strVal val="#ppt_x"/>
                                          </p:val>
                                        </p:tav>
                                        <p:tav tm="100000">
                                          <p:val>
                                            <p:strVal val="#ppt_x"/>
                                          </p:val>
                                        </p:tav>
                                      </p:tavLst>
                                    </p:anim>
                                    <p:anim calcmode="lin" valueType="num">
                                      <p:cBhvr>
                                        <p:cTn id="21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42" presetClass="entr" presetSubtype="0" fill="hold" grpId="0" nodeType="clickEffect">
                                  <p:stCondLst>
                                    <p:cond delay="0"/>
                                  </p:stCondLst>
                                  <p:childTnLst>
                                    <p:set>
                                      <p:cBhvr>
                                        <p:cTn id="216" dur="1" fill="hold">
                                          <p:stCondLst>
                                            <p:cond delay="0"/>
                                          </p:stCondLst>
                                        </p:cTn>
                                        <p:tgtEl>
                                          <p:spTgt spid="52"/>
                                        </p:tgtEl>
                                        <p:attrNameLst>
                                          <p:attrName>style.visibility</p:attrName>
                                        </p:attrNameLst>
                                      </p:cBhvr>
                                      <p:to>
                                        <p:strVal val="visible"/>
                                      </p:to>
                                    </p:set>
                                    <p:animEffect transition="in" filter="fade">
                                      <p:cBhvr>
                                        <p:cTn id="217" dur="1000"/>
                                        <p:tgtEl>
                                          <p:spTgt spid="52"/>
                                        </p:tgtEl>
                                      </p:cBhvr>
                                    </p:animEffect>
                                    <p:anim calcmode="lin" valueType="num">
                                      <p:cBhvr>
                                        <p:cTn id="218" dur="1000" fill="hold"/>
                                        <p:tgtEl>
                                          <p:spTgt spid="52"/>
                                        </p:tgtEl>
                                        <p:attrNameLst>
                                          <p:attrName>ppt_x</p:attrName>
                                        </p:attrNameLst>
                                      </p:cBhvr>
                                      <p:tavLst>
                                        <p:tav tm="0">
                                          <p:val>
                                            <p:strVal val="#ppt_x"/>
                                          </p:val>
                                        </p:tav>
                                        <p:tav tm="100000">
                                          <p:val>
                                            <p:strVal val="#ppt_x"/>
                                          </p:val>
                                        </p:tav>
                                      </p:tavLst>
                                    </p:anim>
                                    <p:anim calcmode="lin" valueType="num">
                                      <p:cBhvr>
                                        <p:cTn id="219" dur="1000" fill="hold"/>
                                        <p:tgtEl>
                                          <p:spTgt spid="52"/>
                                        </p:tgtEl>
                                        <p:attrNameLst>
                                          <p:attrName>ppt_y</p:attrName>
                                        </p:attrNameLst>
                                      </p:cBhvr>
                                      <p:tavLst>
                                        <p:tav tm="0">
                                          <p:val>
                                            <p:strVal val="#ppt_y+.1"/>
                                          </p:val>
                                        </p:tav>
                                        <p:tav tm="100000">
                                          <p:val>
                                            <p:strVal val="#ppt_y"/>
                                          </p:val>
                                        </p:tav>
                                      </p:tavLst>
                                    </p:anim>
                                  </p:childTnLst>
                                </p:cTn>
                              </p:par>
                              <p:par>
                                <p:cTn id="220" presetID="42" presetClass="entr" presetSubtype="0" fill="hold" grpId="0" nodeType="withEffect">
                                  <p:stCondLst>
                                    <p:cond delay="0"/>
                                  </p:stCondLst>
                                  <p:childTnLst>
                                    <p:set>
                                      <p:cBhvr>
                                        <p:cTn id="221" dur="1" fill="hold">
                                          <p:stCondLst>
                                            <p:cond delay="0"/>
                                          </p:stCondLst>
                                        </p:cTn>
                                        <p:tgtEl>
                                          <p:spTgt spid="53"/>
                                        </p:tgtEl>
                                        <p:attrNameLst>
                                          <p:attrName>style.visibility</p:attrName>
                                        </p:attrNameLst>
                                      </p:cBhvr>
                                      <p:to>
                                        <p:strVal val="visible"/>
                                      </p:to>
                                    </p:set>
                                    <p:animEffect transition="in" filter="fade">
                                      <p:cBhvr>
                                        <p:cTn id="222" dur="1000"/>
                                        <p:tgtEl>
                                          <p:spTgt spid="53"/>
                                        </p:tgtEl>
                                      </p:cBhvr>
                                    </p:animEffect>
                                    <p:anim calcmode="lin" valueType="num">
                                      <p:cBhvr>
                                        <p:cTn id="223" dur="1000" fill="hold"/>
                                        <p:tgtEl>
                                          <p:spTgt spid="53"/>
                                        </p:tgtEl>
                                        <p:attrNameLst>
                                          <p:attrName>ppt_x</p:attrName>
                                        </p:attrNameLst>
                                      </p:cBhvr>
                                      <p:tavLst>
                                        <p:tav tm="0">
                                          <p:val>
                                            <p:strVal val="#ppt_x"/>
                                          </p:val>
                                        </p:tav>
                                        <p:tav tm="100000">
                                          <p:val>
                                            <p:strVal val="#ppt_x"/>
                                          </p:val>
                                        </p:tav>
                                      </p:tavLst>
                                    </p:anim>
                                    <p:anim calcmode="lin" valueType="num">
                                      <p:cBhvr>
                                        <p:cTn id="224" dur="1000" fill="hold"/>
                                        <p:tgtEl>
                                          <p:spTgt spid="53"/>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6" dur="1" fill="hold">
                                          <p:stCondLst>
                                            <p:cond delay="0"/>
                                          </p:stCondLst>
                                        </p:cTn>
                                        <p:tgtEl>
                                          <p:spTgt spid="24"/>
                                        </p:tgtEl>
                                        <p:attrNameLst>
                                          <p:attrName>style.visibility</p:attrName>
                                        </p:attrNameLst>
                                      </p:cBhvr>
                                      <p:to>
                                        <p:strVal val="visible"/>
                                      </p:to>
                                    </p:set>
                                    <p:animEffect transition="in" filter="fade">
                                      <p:cBhvr>
                                        <p:cTn id="227" dur="1000"/>
                                        <p:tgtEl>
                                          <p:spTgt spid="24"/>
                                        </p:tgtEl>
                                      </p:cBhvr>
                                    </p:animEffect>
                                    <p:anim calcmode="lin" valueType="num">
                                      <p:cBhvr>
                                        <p:cTn id="228" dur="1000" fill="hold"/>
                                        <p:tgtEl>
                                          <p:spTgt spid="24"/>
                                        </p:tgtEl>
                                        <p:attrNameLst>
                                          <p:attrName>ppt_x</p:attrName>
                                        </p:attrNameLst>
                                      </p:cBhvr>
                                      <p:tavLst>
                                        <p:tav tm="0">
                                          <p:val>
                                            <p:strVal val="#ppt_x"/>
                                          </p:val>
                                        </p:tav>
                                        <p:tav tm="100000">
                                          <p:val>
                                            <p:strVal val="#ppt_x"/>
                                          </p:val>
                                        </p:tav>
                                      </p:tavLst>
                                    </p:anim>
                                    <p:anim calcmode="lin" valueType="num">
                                      <p:cBhvr>
                                        <p:cTn id="229" dur="1000" fill="hold"/>
                                        <p:tgtEl>
                                          <p:spTgt spid="24"/>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31" dur="1" fill="hold">
                                          <p:stCondLst>
                                            <p:cond delay="0"/>
                                          </p:stCondLst>
                                        </p:cTn>
                                        <p:tgtEl>
                                          <p:spTgt spid="25"/>
                                        </p:tgtEl>
                                        <p:attrNameLst>
                                          <p:attrName>style.visibility</p:attrName>
                                        </p:attrNameLst>
                                      </p:cBhvr>
                                      <p:to>
                                        <p:strVal val="visible"/>
                                      </p:to>
                                    </p:set>
                                    <p:animEffect transition="in" filter="fade">
                                      <p:cBhvr>
                                        <p:cTn id="232" dur="1000"/>
                                        <p:tgtEl>
                                          <p:spTgt spid="25"/>
                                        </p:tgtEl>
                                      </p:cBhvr>
                                    </p:animEffect>
                                    <p:anim calcmode="lin" valueType="num">
                                      <p:cBhvr>
                                        <p:cTn id="233" dur="1000" fill="hold"/>
                                        <p:tgtEl>
                                          <p:spTgt spid="25"/>
                                        </p:tgtEl>
                                        <p:attrNameLst>
                                          <p:attrName>ppt_x</p:attrName>
                                        </p:attrNameLst>
                                      </p:cBhvr>
                                      <p:tavLst>
                                        <p:tav tm="0">
                                          <p:val>
                                            <p:strVal val="#ppt_x"/>
                                          </p:val>
                                        </p:tav>
                                        <p:tav tm="100000">
                                          <p:val>
                                            <p:strVal val="#ppt_x"/>
                                          </p:val>
                                        </p:tav>
                                      </p:tavLst>
                                    </p:anim>
                                    <p:anim calcmode="lin" valueType="num">
                                      <p:cBhvr>
                                        <p:cTn id="234" dur="1000" fill="hold"/>
                                        <p:tgtEl>
                                          <p:spTgt spid="25"/>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6" dur="1" fill="hold">
                                          <p:stCondLst>
                                            <p:cond delay="0"/>
                                          </p:stCondLst>
                                        </p:cTn>
                                        <p:tgtEl>
                                          <p:spTgt spid="26"/>
                                        </p:tgtEl>
                                        <p:attrNameLst>
                                          <p:attrName>style.visibility</p:attrName>
                                        </p:attrNameLst>
                                      </p:cBhvr>
                                      <p:to>
                                        <p:strVal val="visible"/>
                                      </p:to>
                                    </p:set>
                                    <p:animEffect transition="in" filter="fade">
                                      <p:cBhvr>
                                        <p:cTn id="237" dur="1000"/>
                                        <p:tgtEl>
                                          <p:spTgt spid="26"/>
                                        </p:tgtEl>
                                      </p:cBhvr>
                                    </p:animEffect>
                                    <p:anim calcmode="lin" valueType="num">
                                      <p:cBhvr>
                                        <p:cTn id="238" dur="1000" fill="hold"/>
                                        <p:tgtEl>
                                          <p:spTgt spid="26"/>
                                        </p:tgtEl>
                                        <p:attrNameLst>
                                          <p:attrName>ppt_x</p:attrName>
                                        </p:attrNameLst>
                                      </p:cBhvr>
                                      <p:tavLst>
                                        <p:tav tm="0">
                                          <p:val>
                                            <p:strVal val="#ppt_x"/>
                                          </p:val>
                                        </p:tav>
                                        <p:tav tm="100000">
                                          <p:val>
                                            <p:strVal val="#ppt_x"/>
                                          </p:val>
                                        </p:tav>
                                      </p:tavLst>
                                    </p:anim>
                                    <p:anim calcmode="lin" valueType="num">
                                      <p:cBhvr>
                                        <p:cTn id="23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0" fill="hold">
                      <p:stCondLst>
                        <p:cond delay="indefinite"/>
                      </p:stCondLst>
                      <p:childTnLst>
                        <p:par>
                          <p:cTn id="241" fill="hold">
                            <p:stCondLst>
                              <p:cond delay="0"/>
                            </p:stCondLst>
                            <p:childTnLst>
                              <p:par>
                                <p:cTn id="242" presetID="42" presetClass="entr" presetSubtype="0" fill="hold" nodeType="clickEffect">
                                  <p:stCondLst>
                                    <p:cond delay="0"/>
                                  </p:stCondLst>
                                  <p:childTnLst>
                                    <p:set>
                                      <p:cBhvr>
                                        <p:cTn id="243" dur="1" fill="hold">
                                          <p:stCondLst>
                                            <p:cond delay="0"/>
                                          </p:stCondLst>
                                        </p:cTn>
                                        <p:tgtEl>
                                          <p:spTgt spid="27"/>
                                        </p:tgtEl>
                                        <p:attrNameLst>
                                          <p:attrName>style.visibility</p:attrName>
                                        </p:attrNameLst>
                                      </p:cBhvr>
                                      <p:to>
                                        <p:strVal val="visible"/>
                                      </p:to>
                                    </p:set>
                                    <p:animEffect transition="in" filter="fade">
                                      <p:cBhvr>
                                        <p:cTn id="244" dur="1000"/>
                                        <p:tgtEl>
                                          <p:spTgt spid="27"/>
                                        </p:tgtEl>
                                      </p:cBhvr>
                                    </p:animEffect>
                                    <p:anim calcmode="lin" valueType="num">
                                      <p:cBhvr>
                                        <p:cTn id="245" dur="1000" fill="hold"/>
                                        <p:tgtEl>
                                          <p:spTgt spid="27"/>
                                        </p:tgtEl>
                                        <p:attrNameLst>
                                          <p:attrName>ppt_x</p:attrName>
                                        </p:attrNameLst>
                                      </p:cBhvr>
                                      <p:tavLst>
                                        <p:tav tm="0">
                                          <p:val>
                                            <p:strVal val="#ppt_x"/>
                                          </p:val>
                                        </p:tav>
                                        <p:tav tm="100000">
                                          <p:val>
                                            <p:strVal val="#ppt_x"/>
                                          </p:val>
                                        </p:tav>
                                      </p:tavLst>
                                    </p:anim>
                                    <p:anim calcmode="lin" valueType="num">
                                      <p:cBhvr>
                                        <p:cTn id="246" dur="1000" fill="hold"/>
                                        <p:tgtEl>
                                          <p:spTgt spid="27"/>
                                        </p:tgtEl>
                                        <p:attrNameLst>
                                          <p:attrName>ppt_y</p:attrName>
                                        </p:attrNameLst>
                                      </p:cBhvr>
                                      <p:tavLst>
                                        <p:tav tm="0">
                                          <p:val>
                                            <p:strVal val="#ppt_y+.1"/>
                                          </p:val>
                                        </p:tav>
                                        <p:tav tm="100000">
                                          <p:val>
                                            <p:strVal val="#ppt_y"/>
                                          </p:val>
                                        </p:tav>
                                      </p:tavLst>
                                    </p:anim>
                                  </p:childTnLst>
                                </p:cTn>
                              </p:par>
                              <p:par>
                                <p:cTn id="247" presetID="42" presetClass="entr" presetSubtype="0" fill="hold" grpId="0" nodeType="withEffect">
                                  <p:stCondLst>
                                    <p:cond delay="0"/>
                                  </p:stCondLst>
                                  <p:childTnLst>
                                    <p:set>
                                      <p:cBhvr>
                                        <p:cTn id="248" dur="1" fill="hold">
                                          <p:stCondLst>
                                            <p:cond delay="0"/>
                                          </p:stCondLst>
                                        </p:cTn>
                                        <p:tgtEl>
                                          <p:spTgt spid="54"/>
                                        </p:tgtEl>
                                        <p:attrNameLst>
                                          <p:attrName>style.visibility</p:attrName>
                                        </p:attrNameLst>
                                      </p:cBhvr>
                                      <p:to>
                                        <p:strVal val="visible"/>
                                      </p:to>
                                    </p:set>
                                    <p:animEffect transition="in" filter="fade">
                                      <p:cBhvr>
                                        <p:cTn id="249" dur="1000"/>
                                        <p:tgtEl>
                                          <p:spTgt spid="54"/>
                                        </p:tgtEl>
                                      </p:cBhvr>
                                    </p:animEffect>
                                    <p:anim calcmode="lin" valueType="num">
                                      <p:cBhvr>
                                        <p:cTn id="250" dur="1000" fill="hold"/>
                                        <p:tgtEl>
                                          <p:spTgt spid="54"/>
                                        </p:tgtEl>
                                        <p:attrNameLst>
                                          <p:attrName>ppt_x</p:attrName>
                                        </p:attrNameLst>
                                      </p:cBhvr>
                                      <p:tavLst>
                                        <p:tav tm="0">
                                          <p:val>
                                            <p:strVal val="#ppt_x"/>
                                          </p:val>
                                        </p:tav>
                                        <p:tav tm="100000">
                                          <p:val>
                                            <p:strVal val="#ppt_x"/>
                                          </p:val>
                                        </p:tav>
                                      </p:tavLst>
                                    </p:anim>
                                    <p:anim calcmode="lin" valueType="num">
                                      <p:cBhvr>
                                        <p:cTn id="251" dur="1000" fill="hold"/>
                                        <p:tgtEl>
                                          <p:spTgt spid="54"/>
                                        </p:tgtEl>
                                        <p:attrNameLst>
                                          <p:attrName>ppt_y</p:attrName>
                                        </p:attrNameLst>
                                      </p:cBhvr>
                                      <p:tavLst>
                                        <p:tav tm="0">
                                          <p:val>
                                            <p:strVal val="#ppt_y+.1"/>
                                          </p:val>
                                        </p:tav>
                                        <p:tav tm="100000">
                                          <p:val>
                                            <p:strVal val="#ppt_y"/>
                                          </p:val>
                                        </p:tav>
                                      </p:tavLst>
                                    </p:anim>
                                  </p:childTnLst>
                                </p:cTn>
                              </p:par>
                              <p:par>
                                <p:cTn id="252" presetID="42" presetClass="entr" presetSubtype="0" fill="hold" nodeType="withEffect">
                                  <p:stCondLst>
                                    <p:cond delay="0"/>
                                  </p:stCondLst>
                                  <p:childTnLst>
                                    <p:set>
                                      <p:cBhvr>
                                        <p:cTn id="253" dur="1" fill="hold">
                                          <p:stCondLst>
                                            <p:cond delay="0"/>
                                          </p:stCondLst>
                                        </p:cTn>
                                        <p:tgtEl>
                                          <p:spTgt spid="28"/>
                                        </p:tgtEl>
                                        <p:attrNameLst>
                                          <p:attrName>style.visibility</p:attrName>
                                        </p:attrNameLst>
                                      </p:cBhvr>
                                      <p:to>
                                        <p:strVal val="visible"/>
                                      </p:to>
                                    </p:set>
                                    <p:animEffect transition="in" filter="fade">
                                      <p:cBhvr>
                                        <p:cTn id="254" dur="1000"/>
                                        <p:tgtEl>
                                          <p:spTgt spid="28"/>
                                        </p:tgtEl>
                                      </p:cBhvr>
                                    </p:animEffect>
                                    <p:anim calcmode="lin" valueType="num">
                                      <p:cBhvr>
                                        <p:cTn id="255" dur="1000" fill="hold"/>
                                        <p:tgtEl>
                                          <p:spTgt spid="28"/>
                                        </p:tgtEl>
                                        <p:attrNameLst>
                                          <p:attrName>ppt_x</p:attrName>
                                        </p:attrNameLst>
                                      </p:cBhvr>
                                      <p:tavLst>
                                        <p:tav tm="0">
                                          <p:val>
                                            <p:strVal val="#ppt_x"/>
                                          </p:val>
                                        </p:tav>
                                        <p:tav tm="100000">
                                          <p:val>
                                            <p:strVal val="#ppt_x"/>
                                          </p:val>
                                        </p:tav>
                                      </p:tavLst>
                                    </p:anim>
                                    <p:anim calcmode="lin" valueType="num">
                                      <p:cBhvr>
                                        <p:cTn id="256" dur="1000" fill="hold"/>
                                        <p:tgtEl>
                                          <p:spTgt spid="28"/>
                                        </p:tgtEl>
                                        <p:attrNameLst>
                                          <p:attrName>ppt_y</p:attrName>
                                        </p:attrNameLst>
                                      </p:cBhvr>
                                      <p:tavLst>
                                        <p:tav tm="0">
                                          <p:val>
                                            <p:strVal val="#ppt_y+.1"/>
                                          </p:val>
                                        </p:tav>
                                        <p:tav tm="100000">
                                          <p:val>
                                            <p:strVal val="#ppt_y"/>
                                          </p:val>
                                        </p:tav>
                                      </p:tavLst>
                                    </p:anim>
                                  </p:childTnLst>
                                </p:cTn>
                              </p:par>
                              <p:par>
                                <p:cTn id="257" presetID="42" presetClass="entr" presetSubtype="0" fill="hold" grpId="0" nodeType="withEffect">
                                  <p:stCondLst>
                                    <p:cond delay="0"/>
                                  </p:stCondLst>
                                  <p:childTnLst>
                                    <p:set>
                                      <p:cBhvr>
                                        <p:cTn id="258" dur="1" fill="hold">
                                          <p:stCondLst>
                                            <p:cond delay="0"/>
                                          </p:stCondLst>
                                        </p:cTn>
                                        <p:tgtEl>
                                          <p:spTgt spid="55"/>
                                        </p:tgtEl>
                                        <p:attrNameLst>
                                          <p:attrName>style.visibility</p:attrName>
                                        </p:attrNameLst>
                                      </p:cBhvr>
                                      <p:to>
                                        <p:strVal val="visible"/>
                                      </p:to>
                                    </p:set>
                                    <p:animEffect transition="in" filter="fade">
                                      <p:cBhvr>
                                        <p:cTn id="259" dur="1000"/>
                                        <p:tgtEl>
                                          <p:spTgt spid="55"/>
                                        </p:tgtEl>
                                      </p:cBhvr>
                                    </p:animEffect>
                                    <p:anim calcmode="lin" valueType="num">
                                      <p:cBhvr>
                                        <p:cTn id="260" dur="1000" fill="hold"/>
                                        <p:tgtEl>
                                          <p:spTgt spid="55"/>
                                        </p:tgtEl>
                                        <p:attrNameLst>
                                          <p:attrName>ppt_x</p:attrName>
                                        </p:attrNameLst>
                                      </p:cBhvr>
                                      <p:tavLst>
                                        <p:tav tm="0">
                                          <p:val>
                                            <p:strVal val="#ppt_x"/>
                                          </p:val>
                                        </p:tav>
                                        <p:tav tm="100000">
                                          <p:val>
                                            <p:strVal val="#ppt_x"/>
                                          </p:val>
                                        </p:tav>
                                      </p:tavLst>
                                    </p:anim>
                                    <p:anim calcmode="lin" valueType="num">
                                      <p:cBhvr>
                                        <p:cTn id="261" dur="1000" fill="hold"/>
                                        <p:tgtEl>
                                          <p:spTgt spid="55"/>
                                        </p:tgtEl>
                                        <p:attrNameLst>
                                          <p:attrName>ppt_y</p:attrName>
                                        </p:attrNameLst>
                                      </p:cBhvr>
                                      <p:tavLst>
                                        <p:tav tm="0">
                                          <p:val>
                                            <p:strVal val="#ppt_y+.1"/>
                                          </p:val>
                                        </p:tav>
                                        <p:tav tm="100000">
                                          <p:val>
                                            <p:strVal val="#ppt_y"/>
                                          </p:val>
                                        </p:tav>
                                      </p:tavLst>
                                    </p:anim>
                                  </p:childTnLst>
                                </p:cTn>
                              </p:par>
                              <p:par>
                                <p:cTn id="262" presetID="42" presetClass="entr" presetSubtype="0" fill="hold" nodeType="withEffect">
                                  <p:stCondLst>
                                    <p:cond delay="0"/>
                                  </p:stCondLst>
                                  <p:childTnLst>
                                    <p:set>
                                      <p:cBhvr>
                                        <p:cTn id="263" dur="1" fill="hold">
                                          <p:stCondLst>
                                            <p:cond delay="0"/>
                                          </p:stCondLst>
                                        </p:cTn>
                                        <p:tgtEl>
                                          <p:spTgt spid="29"/>
                                        </p:tgtEl>
                                        <p:attrNameLst>
                                          <p:attrName>style.visibility</p:attrName>
                                        </p:attrNameLst>
                                      </p:cBhvr>
                                      <p:to>
                                        <p:strVal val="visible"/>
                                      </p:to>
                                    </p:set>
                                    <p:animEffect transition="in" filter="fade">
                                      <p:cBhvr>
                                        <p:cTn id="264" dur="1000"/>
                                        <p:tgtEl>
                                          <p:spTgt spid="29"/>
                                        </p:tgtEl>
                                      </p:cBhvr>
                                    </p:animEffect>
                                    <p:anim calcmode="lin" valueType="num">
                                      <p:cBhvr>
                                        <p:cTn id="265" dur="1000" fill="hold"/>
                                        <p:tgtEl>
                                          <p:spTgt spid="29"/>
                                        </p:tgtEl>
                                        <p:attrNameLst>
                                          <p:attrName>ppt_x</p:attrName>
                                        </p:attrNameLst>
                                      </p:cBhvr>
                                      <p:tavLst>
                                        <p:tav tm="0">
                                          <p:val>
                                            <p:strVal val="#ppt_x"/>
                                          </p:val>
                                        </p:tav>
                                        <p:tav tm="100000">
                                          <p:val>
                                            <p:strVal val="#ppt_x"/>
                                          </p:val>
                                        </p:tav>
                                      </p:tavLst>
                                    </p:anim>
                                    <p:anim calcmode="lin" valueType="num">
                                      <p:cBhvr>
                                        <p:cTn id="266" dur="1000" fill="hold"/>
                                        <p:tgtEl>
                                          <p:spTgt spid="29"/>
                                        </p:tgtEl>
                                        <p:attrNameLst>
                                          <p:attrName>ppt_y</p:attrName>
                                        </p:attrNameLst>
                                      </p:cBhvr>
                                      <p:tavLst>
                                        <p:tav tm="0">
                                          <p:val>
                                            <p:strVal val="#ppt_y+.1"/>
                                          </p:val>
                                        </p:tav>
                                        <p:tav tm="100000">
                                          <p:val>
                                            <p:strVal val="#ppt_y"/>
                                          </p:val>
                                        </p:tav>
                                      </p:tavLst>
                                    </p:anim>
                                  </p:childTnLst>
                                </p:cTn>
                              </p:par>
                              <p:par>
                                <p:cTn id="267" presetID="42" presetClass="entr" presetSubtype="0" fill="hold" grpId="0" nodeType="withEffect">
                                  <p:stCondLst>
                                    <p:cond delay="0"/>
                                  </p:stCondLst>
                                  <p:childTnLst>
                                    <p:set>
                                      <p:cBhvr>
                                        <p:cTn id="268" dur="1" fill="hold">
                                          <p:stCondLst>
                                            <p:cond delay="0"/>
                                          </p:stCondLst>
                                        </p:cTn>
                                        <p:tgtEl>
                                          <p:spTgt spid="56"/>
                                        </p:tgtEl>
                                        <p:attrNameLst>
                                          <p:attrName>style.visibility</p:attrName>
                                        </p:attrNameLst>
                                      </p:cBhvr>
                                      <p:to>
                                        <p:strVal val="visible"/>
                                      </p:to>
                                    </p:set>
                                    <p:animEffect transition="in" filter="fade">
                                      <p:cBhvr>
                                        <p:cTn id="269" dur="1000"/>
                                        <p:tgtEl>
                                          <p:spTgt spid="56"/>
                                        </p:tgtEl>
                                      </p:cBhvr>
                                    </p:animEffect>
                                    <p:anim calcmode="lin" valueType="num">
                                      <p:cBhvr>
                                        <p:cTn id="270" dur="1000" fill="hold"/>
                                        <p:tgtEl>
                                          <p:spTgt spid="56"/>
                                        </p:tgtEl>
                                        <p:attrNameLst>
                                          <p:attrName>ppt_x</p:attrName>
                                        </p:attrNameLst>
                                      </p:cBhvr>
                                      <p:tavLst>
                                        <p:tav tm="0">
                                          <p:val>
                                            <p:strVal val="#ppt_x"/>
                                          </p:val>
                                        </p:tav>
                                        <p:tav tm="100000">
                                          <p:val>
                                            <p:strVal val="#ppt_x"/>
                                          </p:val>
                                        </p:tav>
                                      </p:tavLst>
                                    </p:anim>
                                    <p:anim calcmode="lin" valueType="num">
                                      <p:cBhvr>
                                        <p:cTn id="271" dur="1000" fill="hold"/>
                                        <p:tgtEl>
                                          <p:spTgt spid="56"/>
                                        </p:tgtEl>
                                        <p:attrNameLst>
                                          <p:attrName>ppt_y</p:attrName>
                                        </p:attrNameLst>
                                      </p:cBhvr>
                                      <p:tavLst>
                                        <p:tav tm="0">
                                          <p:val>
                                            <p:strVal val="#ppt_y+.1"/>
                                          </p:val>
                                        </p:tav>
                                        <p:tav tm="100000">
                                          <p:val>
                                            <p:strVal val="#ppt_y"/>
                                          </p:val>
                                        </p:tav>
                                      </p:tavLst>
                                    </p:anim>
                                  </p:childTnLst>
                                </p:cTn>
                              </p:par>
                              <p:par>
                                <p:cTn id="272" presetID="42" presetClass="entr" presetSubtype="0" fill="hold" nodeType="withEffect">
                                  <p:stCondLst>
                                    <p:cond delay="0"/>
                                  </p:stCondLst>
                                  <p:childTnLst>
                                    <p:set>
                                      <p:cBhvr>
                                        <p:cTn id="273" dur="1" fill="hold">
                                          <p:stCondLst>
                                            <p:cond delay="0"/>
                                          </p:stCondLst>
                                        </p:cTn>
                                        <p:tgtEl>
                                          <p:spTgt spid="30"/>
                                        </p:tgtEl>
                                        <p:attrNameLst>
                                          <p:attrName>style.visibility</p:attrName>
                                        </p:attrNameLst>
                                      </p:cBhvr>
                                      <p:to>
                                        <p:strVal val="visible"/>
                                      </p:to>
                                    </p:set>
                                    <p:animEffect transition="in" filter="fade">
                                      <p:cBhvr>
                                        <p:cTn id="274" dur="1000"/>
                                        <p:tgtEl>
                                          <p:spTgt spid="30"/>
                                        </p:tgtEl>
                                      </p:cBhvr>
                                    </p:animEffect>
                                    <p:anim calcmode="lin" valueType="num">
                                      <p:cBhvr>
                                        <p:cTn id="275" dur="1000" fill="hold"/>
                                        <p:tgtEl>
                                          <p:spTgt spid="30"/>
                                        </p:tgtEl>
                                        <p:attrNameLst>
                                          <p:attrName>ppt_x</p:attrName>
                                        </p:attrNameLst>
                                      </p:cBhvr>
                                      <p:tavLst>
                                        <p:tav tm="0">
                                          <p:val>
                                            <p:strVal val="#ppt_x"/>
                                          </p:val>
                                        </p:tav>
                                        <p:tav tm="100000">
                                          <p:val>
                                            <p:strVal val="#ppt_x"/>
                                          </p:val>
                                        </p:tav>
                                      </p:tavLst>
                                    </p:anim>
                                    <p:anim calcmode="lin" valueType="num">
                                      <p:cBhvr>
                                        <p:cTn id="276" dur="1000" fill="hold"/>
                                        <p:tgtEl>
                                          <p:spTgt spid="30"/>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0"/>
                                  </p:stCondLst>
                                  <p:childTnLst>
                                    <p:set>
                                      <p:cBhvr>
                                        <p:cTn id="278" dur="1" fill="hold">
                                          <p:stCondLst>
                                            <p:cond delay="0"/>
                                          </p:stCondLst>
                                        </p:cTn>
                                        <p:tgtEl>
                                          <p:spTgt spid="57"/>
                                        </p:tgtEl>
                                        <p:attrNameLst>
                                          <p:attrName>style.visibility</p:attrName>
                                        </p:attrNameLst>
                                      </p:cBhvr>
                                      <p:to>
                                        <p:strVal val="visible"/>
                                      </p:to>
                                    </p:set>
                                    <p:animEffect transition="in" filter="fade">
                                      <p:cBhvr>
                                        <p:cTn id="279" dur="1000"/>
                                        <p:tgtEl>
                                          <p:spTgt spid="57"/>
                                        </p:tgtEl>
                                      </p:cBhvr>
                                    </p:animEffect>
                                    <p:anim calcmode="lin" valueType="num">
                                      <p:cBhvr>
                                        <p:cTn id="280" dur="1000" fill="hold"/>
                                        <p:tgtEl>
                                          <p:spTgt spid="57"/>
                                        </p:tgtEl>
                                        <p:attrNameLst>
                                          <p:attrName>ppt_x</p:attrName>
                                        </p:attrNameLst>
                                      </p:cBhvr>
                                      <p:tavLst>
                                        <p:tav tm="0">
                                          <p:val>
                                            <p:strVal val="#ppt_x"/>
                                          </p:val>
                                        </p:tav>
                                        <p:tav tm="100000">
                                          <p:val>
                                            <p:strVal val="#ppt_x"/>
                                          </p:val>
                                        </p:tav>
                                      </p:tavLst>
                                    </p:anim>
                                    <p:anim calcmode="lin" valueType="num">
                                      <p:cBhvr>
                                        <p:cTn id="281"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2387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457200" y="914400"/>
            <a:ext cx="762000" cy="38100"/>
          </a:xfrm>
          <a:prstGeom prst="rect">
            <a:avLst/>
          </a:prstGeom>
        </p:spPr>
      </p:pic>
      <p:pic>
        <p:nvPicPr>
          <p:cNvPr id="6" name="Image 4" descr="preencoded.png"/>
          <p:cNvPicPr>
            <a:picLocks noChangeAspect="1"/>
          </p:cNvPicPr>
          <p:nvPr/>
        </p:nvPicPr>
        <p:blipFill>
          <a:blip r:embed="rId7"/>
          <a:stretch>
            <a:fillRect/>
          </a:stretch>
        </p:blipFill>
        <p:spPr>
          <a:xfrm>
            <a:off x="457200" y="1257300"/>
            <a:ext cx="3606701" cy="3619500"/>
          </a:xfrm>
          <a:prstGeom prst="rect">
            <a:avLst/>
          </a:prstGeom>
        </p:spPr>
      </p:pic>
      <p:pic>
        <p:nvPicPr>
          <p:cNvPr id="7" name="Image 5" descr="preencoded.png"/>
          <p:cNvPicPr>
            <a:picLocks noChangeAspect="1"/>
          </p:cNvPicPr>
          <p:nvPr/>
        </p:nvPicPr>
        <p:blipFill>
          <a:blip r:embed="rId8"/>
          <a:stretch>
            <a:fillRect/>
          </a:stretch>
        </p:blipFill>
        <p:spPr>
          <a:xfrm>
            <a:off x="1927175" y="1485900"/>
            <a:ext cx="666750" cy="666750"/>
          </a:xfrm>
          <a:prstGeom prst="rect">
            <a:avLst/>
          </a:prstGeom>
        </p:spPr>
      </p:pic>
      <p:pic>
        <p:nvPicPr>
          <p:cNvPr id="8" name="Image 6" descr="preencoded.png"/>
          <p:cNvPicPr>
            <a:picLocks noChangeAspect="1"/>
          </p:cNvPicPr>
          <p:nvPr/>
        </p:nvPicPr>
        <p:blipFill>
          <a:blip r:embed="rId9"/>
          <a:stretch>
            <a:fillRect/>
          </a:stretch>
        </p:blipFill>
        <p:spPr>
          <a:xfrm>
            <a:off x="2131963" y="1628775"/>
            <a:ext cx="257175" cy="381000"/>
          </a:xfrm>
          <a:prstGeom prst="rect">
            <a:avLst/>
          </a:prstGeom>
        </p:spPr>
      </p:pic>
      <p:pic>
        <p:nvPicPr>
          <p:cNvPr id="9" name="Image 7" descr="preencoded.png"/>
          <p:cNvPicPr>
            <a:picLocks noChangeAspect="1"/>
          </p:cNvPicPr>
          <p:nvPr/>
        </p:nvPicPr>
        <p:blipFill>
          <a:blip r:embed="rId10"/>
          <a:stretch>
            <a:fillRect/>
          </a:stretch>
        </p:blipFill>
        <p:spPr>
          <a:xfrm>
            <a:off x="1955750" y="4095750"/>
            <a:ext cx="609600" cy="38100"/>
          </a:xfrm>
          <a:prstGeom prst="rect">
            <a:avLst/>
          </a:prstGeom>
        </p:spPr>
      </p:pic>
      <p:pic>
        <p:nvPicPr>
          <p:cNvPr id="10" name="Image 8" descr="preencoded.png"/>
          <p:cNvPicPr>
            <a:picLocks noChangeAspect="1"/>
          </p:cNvPicPr>
          <p:nvPr/>
        </p:nvPicPr>
        <p:blipFill>
          <a:blip r:embed="rId11"/>
          <a:stretch>
            <a:fillRect/>
          </a:stretch>
        </p:blipFill>
        <p:spPr>
          <a:xfrm>
            <a:off x="4292501" y="1257300"/>
            <a:ext cx="3606850" cy="3619500"/>
          </a:xfrm>
          <a:prstGeom prst="rect">
            <a:avLst/>
          </a:prstGeom>
        </p:spPr>
      </p:pic>
      <p:pic>
        <p:nvPicPr>
          <p:cNvPr id="11" name="Image 9" descr="preencoded.png"/>
          <p:cNvPicPr>
            <a:picLocks noChangeAspect="1"/>
          </p:cNvPicPr>
          <p:nvPr/>
        </p:nvPicPr>
        <p:blipFill>
          <a:blip r:embed="rId12"/>
          <a:stretch>
            <a:fillRect/>
          </a:stretch>
        </p:blipFill>
        <p:spPr>
          <a:xfrm>
            <a:off x="5762476" y="1485900"/>
            <a:ext cx="666750" cy="666750"/>
          </a:xfrm>
          <a:prstGeom prst="rect">
            <a:avLst/>
          </a:prstGeom>
        </p:spPr>
      </p:pic>
      <p:pic>
        <p:nvPicPr>
          <p:cNvPr id="12" name="Image 10" descr="preencoded.png"/>
          <p:cNvPicPr>
            <a:picLocks noChangeAspect="1"/>
          </p:cNvPicPr>
          <p:nvPr/>
        </p:nvPicPr>
        <p:blipFill>
          <a:blip r:embed="rId13"/>
          <a:stretch>
            <a:fillRect/>
          </a:stretch>
        </p:blipFill>
        <p:spPr>
          <a:xfrm>
            <a:off x="5967264" y="1628775"/>
            <a:ext cx="257175" cy="381000"/>
          </a:xfrm>
          <a:prstGeom prst="rect">
            <a:avLst/>
          </a:prstGeom>
        </p:spPr>
      </p:pic>
      <p:pic>
        <p:nvPicPr>
          <p:cNvPr id="13" name="Image 11" descr="preencoded.png"/>
          <p:cNvPicPr>
            <a:picLocks noChangeAspect="1"/>
          </p:cNvPicPr>
          <p:nvPr/>
        </p:nvPicPr>
        <p:blipFill>
          <a:blip r:embed="rId14"/>
          <a:stretch>
            <a:fillRect/>
          </a:stretch>
        </p:blipFill>
        <p:spPr>
          <a:xfrm>
            <a:off x="5791051" y="4095750"/>
            <a:ext cx="609600" cy="38100"/>
          </a:xfrm>
          <a:prstGeom prst="rect">
            <a:avLst/>
          </a:prstGeom>
        </p:spPr>
      </p:pic>
      <p:pic>
        <p:nvPicPr>
          <p:cNvPr id="14" name="Image 12" descr="preencoded.png"/>
          <p:cNvPicPr>
            <a:picLocks noChangeAspect="1"/>
          </p:cNvPicPr>
          <p:nvPr/>
        </p:nvPicPr>
        <p:blipFill>
          <a:blip r:embed="rId15"/>
          <a:stretch>
            <a:fillRect/>
          </a:stretch>
        </p:blipFill>
        <p:spPr>
          <a:xfrm>
            <a:off x="8127950" y="1257300"/>
            <a:ext cx="3606701" cy="3619500"/>
          </a:xfrm>
          <a:prstGeom prst="rect">
            <a:avLst/>
          </a:prstGeom>
        </p:spPr>
      </p:pic>
      <p:pic>
        <p:nvPicPr>
          <p:cNvPr id="15" name="Image 13" descr="preencoded.png"/>
          <p:cNvPicPr>
            <a:picLocks noChangeAspect="1"/>
          </p:cNvPicPr>
          <p:nvPr/>
        </p:nvPicPr>
        <p:blipFill>
          <a:blip r:embed="rId16"/>
          <a:stretch>
            <a:fillRect/>
          </a:stretch>
        </p:blipFill>
        <p:spPr>
          <a:xfrm>
            <a:off x="9597926" y="1485900"/>
            <a:ext cx="666750" cy="666750"/>
          </a:xfrm>
          <a:prstGeom prst="rect">
            <a:avLst/>
          </a:prstGeom>
        </p:spPr>
      </p:pic>
      <p:pic>
        <p:nvPicPr>
          <p:cNvPr id="16" name="Image 14" descr="preencoded.png"/>
          <p:cNvPicPr>
            <a:picLocks noChangeAspect="1"/>
          </p:cNvPicPr>
          <p:nvPr/>
        </p:nvPicPr>
        <p:blipFill>
          <a:blip r:embed="rId17"/>
          <a:stretch>
            <a:fillRect/>
          </a:stretch>
        </p:blipFill>
        <p:spPr>
          <a:xfrm>
            <a:off x="9716988" y="1628775"/>
            <a:ext cx="428625" cy="381000"/>
          </a:xfrm>
          <a:prstGeom prst="rect">
            <a:avLst/>
          </a:prstGeom>
        </p:spPr>
      </p:pic>
      <p:pic>
        <p:nvPicPr>
          <p:cNvPr id="17" name="Image 15" descr="preencoded.png"/>
          <p:cNvPicPr>
            <a:picLocks noChangeAspect="1"/>
          </p:cNvPicPr>
          <p:nvPr/>
        </p:nvPicPr>
        <p:blipFill>
          <a:blip r:embed="rId18"/>
          <a:stretch>
            <a:fillRect/>
          </a:stretch>
        </p:blipFill>
        <p:spPr>
          <a:xfrm>
            <a:off x="9626501" y="3790950"/>
            <a:ext cx="609600" cy="38100"/>
          </a:xfrm>
          <a:prstGeom prst="rect">
            <a:avLst/>
          </a:prstGeom>
        </p:spPr>
      </p:pic>
      <p:pic>
        <p:nvPicPr>
          <p:cNvPr id="18" name="Image 16" descr="preencoded.png"/>
          <p:cNvPicPr>
            <a:picLocks noChangeAspect="1"/>
          </p:cNvPicPr>
          <p:nvPr/>
        </p:nvPicPr>
        <p:blipFill>
          <a:blip r:embed="rId19"/>
          <a:stretch>
            <a:fillRect/>
          </a:stretch>
        </p:blipFill>
        <p:spPr>
          <a:xfrm>
            <a:off x="457200" y="5181600"/>
            <a:ext cx="11277600" cy="876300"/>
          </a:xfrm>
          <a:prstGeom prst="rect">
            <a:avLst/>
          </a:prstGeom>
        </p:spPr>
      </p:pic>
      <p:pic>
        <p:nvPicPr>
          <p:cNvPr id="19" name="Image 17" descr="preencoded.png"/>
          <p:cNvPicPr>
            <a:picLocks noChangeAspect="1"/>
          </p:cNvPicPr>
          <p:nvPr/>
        </p:nvPicPr>
        <p:blipFill>
          <a:blip r:embed="rId20"/>
          <a:stretch>
            <a:fillRect/>
          </a:stretch>
        </p:blipFill>
        <p:spPr>
          <a:xfrm>
            <a:off x="609600" y="5372100"/>
            <a:ext cx="190500" cy="190500"/>
          </a:xfrm>
          <a:prstGeom prst="rect">
            <a:avLst/>
          </a:prstGeom>
        </p:spPr>
      </p:pic>
      <p:pic>
        <p:nvPicPr>
          <p:cNvPr id="20" name="Image 18" descr="preencoded.png"/>
          <p:cNvPicPr>
            <a:picLocks noChangeAspect="1"/>
          </p:cNvPicPr>
          <p:nvPr/>
        </p:nvPicPr>
        <p:blipFill>
          <a:blip r:embed="rId21"/>
          <a:stretch>
            <a:fillRect/>
          </a:stretch>
        </p:blipFill>
        <p:spPr>
          <a:xfrm>
            <a:off x="609600" y="5715000"/>
            <a:ext cx="114300" cy="152400"/>
          </a:xfrm>
          <a:prstGeom prst="rect">
            <a:avLst/>
          </a:prstGeom>
        </p:spPr>
      </p:pic>
      <p:pic>
        <p:nvPicPr>
          <p:cNvPr id="21" name="Image 19" descr="preencoded.png"/>
          <p:cNvPicPr>
            <a:picLocks noChangeAspect="1"/>
          </p:cNvPicPr>
          <p:nvPr/>
        </p:nvPicPr>
        <p:blipFill>
          <a:blip r:embed="rId22"/>
          <a:stretch>
            <a:fillRect/>
          </a:stretch>
        </p:blipFill>
        <p:spPr>
          <a:xfrm>
            <a:off x="4520654" y="5715000"/>
            <a:ext cx="114300" cy="152400"/>
          </a:xfrm>
          <a:prstGeom prst="rect">
            <a:avLst/>
          </a:prstGeom>
        </p:spPr>
      </p:pic>
      <p:pic>
        <p:nvPicPr>
          <p:cNvPr id="22" name="Image 20" descr="preencoded.png"/>
          <p:cNvPicPr>
            <a:picLocks noChangeAspect="1"/>
          </p:cNvPicPr>
          <p:nvPr/>
        </p:nvPicPr>
        <p:blipFill>
          <a:blip r:embed="rId23"/>
          <a:stretch>
            <a:fillRect/>
          </a:stretch>
        </p:blipFill>
        <p:spPr>
          <a:xfrm>
            <a:off x="9304586" y="5715000"/>
            <a:ext cx="190500" cy="152400"/>
          </a:xfrm>
          <a:prstGeom prst="rect">
            <a:avLst/>
          </a:prstGeom>
        </p:spPr>
      </p:pic>
      <p:pic>
        <p:nvPicPr>
          <p:cNvPr id="23" name="Image 21" descr="preencoded.png"/>
          <p:cNvPicPr>
            <a:picLocks noChangeAspect="1"/>
          </p:cNvPicPr>
          <p:nvPr/>
        </p:nvPicPr>
        <p:blipFill>
          <a:blip r:embed="rId24"/>
          <a:stretch>
            <a:fillRect/>
          </a:stretch>
        </p:blipFill>
        <p:spPr>
          <a:xfrm>
            <a:off x="0" y="6781800"/>
            <a:ext cx="12192000" cy="76200"/>
          </a:xfrm>
          <a:prstGeom prst="rect">
            <a:avLst/>
          </a:prstGeom>
        </p:spPr>
      </p:pic>
      <p:sp>
        <p:nvSpPr>
          <p:cNvPr id="24"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Hạn chế của </a:t>
            </a:r>
            <a:r>
              <a:rPr lang="en-US" sz="2700" b="1" dirty="0">
                <a:solidFill>
                  <a:srgbClr val="FF7F50"/>
                </a:solidFill>
                <a:latin typeface="ui-sans-serif" pitchFamily="34" charset="0"/>
                <a:ea typeface="ui-sans-serif" pitchFamily="34" charset="-122"/>
                <a:cs typeface="ui-sans-serif" pitchFamily="34" charset="-120"/>
              </a:rPr>
              <a:t>hệ thống</a:t>
            </a:r>
            <a:endParaRPr lang="en-US" sz="2700" dirty="0"/>
          </a:p>
        </p:txBody>
      </p:sp>
      <p:sp>
        <p:nvSpPr>
          <p:cNvPr id="25" name="Text 1"/>
          <p:cNvSpPr/>
          <p:nvPr/>
        </p:nvSpPr>
        <p:spPr>
          <a:xfrm>
            <a:off x="685800" y="2305050"/>
            <a:ext cx="3149501" cy="609600"/>
          </a:xfrm>
          <a:prstGeom prst="rect">
            <a:avLst/>
          </a:prstGeom>
          <a:noFill/>
          <a:ln/>
        </p:spPr>
        <p:txBody>
          <a:bodyPr vert="horz" wrap="square" lIns="0" tIns="0" rIns="0" bIns="0" rtlCol="0" anchor="t"/>
          <a:lstStyle/>
          <a:p>
            <a:pPr marL="0" indent="0" algn="ctr">
              <a:lnSpc>
                <a:spcPts val="2400"/>
              </a:lnSpc>
              <a:buNone/>
            </a:pPr>
            <a:r>
              <a:rPr lang="en-US" sz="1800" b="1" dirty="0">
                <a:solidFill>
                  <a:srgbClr val="374151"/>
                </a:solidFill>
                <a:latin typeface="ui-sans-serif" pitchFamily="34" charset="0"/>
                <a:ea typeface="ui-sans-serif" pitchFamily="34" charset="-122"/>
                <a:cs typeface="ui-sans-serif" pitchFamily="34" charset="-120"/>
              </a:rPr>
              <a:t>Phương pháp phân tích âm thanh đơn giản</a:t>
            </a:r>
            <a:endParaRPr lang="en-US" sz="1800" dirty="0"/>
          </a:p>
        </p:txBody>
      </p:sp>
      <p:sp>
        <p:nvSpPr>
          <p:cNvPr id="26" name="Text 2"/>
          <p:cNvSpPr/>
          <p:nvPr/>
        </p:nvSpPr>
        <p:spPr>
          <a:xfrm>
            <a:off x="685800" y="3028950"/>
            <a:ext cx="3149501"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Hệ thống hiện tại chỉ dựa trên heuristic đơn giản để phân tích cảm xúc từ âm thanh, chưa đủ mạnh mẽ để nhận diện chính xác các sắc thái cảm xúc phức tạp.</a:t>
            </a:r>
            <a:endParaRPr lang="en-US" sz="1200" dirty="0"/>
          </a:p>
        </p:txBody>
      </p:sp>
      <p:sp>
        <p:nvSpPr>
          <p:cNvPr id="27" name="Text 3"/>
          <p:cNvSpPr/>
          <p:nvPr/>
        </p:nvSpPr>
        <p:spPr>
          <a:xfrm>
            <a:off x="1535281" y="4286250"/>
            <a:ext cx="1450538"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9A3412"/>
                </a:solidFill>
                <a:highlight>
                  <a:srgbClr val="FFEDD5"/>
                </a:highlight>
                <a:latin typeface="ui-sans-serif" pitchFamily="34" charset="0"/>
                <a:ea typeface="ui-sans-serif" pitchFamily="34" charset="-122"/>
                <a:cs typeface="ui-sans-serif" pitchFamily="34" charset="-120"/>
              </a:rPr>
              <a:t>Cần cải thiện</a:t>
            </a:r>
            <a:endParaRPr lang="en-US" sz="1050" dirty="0"/>
          </a:p>
        </p:txBody>
      </p:sp>
      <p:sp>
        <p:nvSpPr>
          <p:cNvPr id="28" name="Text 4"/>
          <p:cNvSpPr/>
          <p:nvPr/>
        </p:nvSpPr>
        <p:spPr>
          <a:xfrm>
            <a:off x="4521101" y="2305050"/>
            <a:ext cx="3149650" cy="609600"/>
          </a:xfrm>
          <a:prstGeom prst="rect">
            <a:avLst/>
          </a:prstGeom>
          <a:noFill/>
          <a:ln/>
        </p:spPr>
        <p:txBody>
          <a:bodyPr vert="horz" wrap="square" lIns="0" tIns="0" rIns="0" bIns="0" rtlCol="0" anchor="t"/>
          <a:lstStyle/>
          <a:p>
            <a:pPr marL="0" indent="0" algn="ctr">
              <a:lnSpc>
                <a:spcPts val="2400"/>
              </a:lnSpc>
              <a:buNone/>
            </a:pPr>
            <a:r>
              <a:rPr lang="en-US" sz="1800" b="1" dirty="0">
                <a:solidFill>
                  <a:srgbClr val="374151"/>
                </a:solidFill>
                <a:latin typeface="ui-sans-serif" pitchFamily="34" charset="0"/>
                <a:ea typeface="ui-sans-serif" pitchFamily="34" charset="-122"/>
                <a:cs typeface="ui-sans-serif" pitchFamily="34" charset="-120"/>
              </a:rPr>
              <a:t>Nhạy cảm với ánh sáng và góc quay</a:t>
            </a:r>
            <a:endParaRPr lang="en-US" sz="1800" dirty="0"/>
          </a:p>
        </p:txBody>
      </p:sp>
      <p:sp>
        <p:nvSpPr>
          <p:cNvPr id="29" name="Text 5"/>
          <p:cNvSpPr/>
          <p:nvPr/>
        </p:nvSpPr>
        <p:spPr>
          <a:xfrm>
            <a:off x="4521101" y="3028950"/>
            <a:ext cx="314965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Hệ thống hoạt động tốt nhất trong khoảng 0-45 độ, và nhạy cảm với điều kiện ánh sáng, có thể ảnh hưởng đến độ chính xác khi nhận diện cảm xúc.</a:t>
            </a:r>
            <a:endParaRPr lang="en-US" sz="1200" dirty="0"/>
          </a:p>
        </p:txBody>
      </p:sp>
      <p:sp>
        <p:nvSpPr>
          <p:cNvPr id="30" name="Text 6"/>
          <p:cNvSpPr/>
          <p:nvPr/>
        </p:nvSpPr>
        <p:spPr>
          <a:xfrm>
            <a:off x="4927833" y="4286250"/>
            <a:ext cx="2336185"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166534"/>
                </a:solidFill>
                <a:highlight>
                  <a:srgbClr val="DCFCE7"/>
                </a:highlight>
                <a:latin typeface="ui-sans-serif" pitchFamily="34" charset="0"/>
                <a:ea typeface="ui-sans-serif" pitchFamily="34" charset="-122"/>
                <a:cs typeface="ui-sans-serif" pitchFamily="34" charset="-120"/>
              </a:rPr>
              <a:t>Giới hạn về môi trường</a:t>
            </a:r>
            <a:endParaRPr lang="en-US" sz="1050" dirty="0"/>
          </a:p>
        </p:txBody>
      </p:sp>
      <p:sp>
        <p:nvSpPr>
          <p:cNvPr id="31" name="Text 7"/>
          <p:cNvSpPr/>
          <p:nvPr/>
        </p:nvSpPr>
        <p:spPr>
          <a:xfrm>
            <a:off x="8449702" y="2305050"/>
            <a:ext cx="2963049"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374151"/>
                </a:solidFill>
                <a:latin typeface="ui-sans-serif" pitchFamily="34" charset="0"/>
                <a:ea typeface="ui-sans-serif" pitchFamily="34" charset="-122"/>
                <a:cs typeface="ui-sans-serif" pitchFamily="34" charset="-120"/>
              </a:rPr>
              <a:t>Tồn tại bias dữ liệu</a:t>
            </a:r>
            <a:endParaRPr lang="en-US" sz="1800" dirty="0"/>
          </a:p>
        </p:txBody>
      </p:sp>
      <p:sp>
        <p:nvSpPr>
          <p:cNvPr id="32" name="Text 8"/>
          <p:cNvSpPr/>
          <p:nvPr/>
        </p:nvSpPr>
        <p:spPr>
          <a:xfrm>
            <a:off x="8356550" y="2724150"/>
            <a:ext cx="3149501"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Có thể tồn tại sai lệch (bias) do đặc điểm của tập dữ liệu huấn luyện, ảnh hưởng đến khả năng tổng quát hóa của mô hình với các nhóm người khác nhau.</a:t>
            </a:r>
            <a:endParaRPr lang="en-US" sz="1200" dirty="0"/>
          </a:p>
        </p:txBody>
      </p:sp>
      <p:sp>
        <p:nvSpPr>
          <p:cNvPr id="33" name="Text 9"/>
          <p:cNvSpPr/>
          <p:nvPr/>
        </p:nvSpPr>
        <p:spPr>
          <a:xfrm>
            <a:off x="8702055" y="3981450"/>
            <a:ext cx="2458343" cy="266700"/>
          </a:xfrm>
          <a:prstGeom prst="rect">
            <a:avLst/>
          </a:prstGeom>
          <a:noFill/>
          <a:ln/>
        </p:spPr>
        <p:txBody>
          <a:bodyPr vert="horz" wrap="square" lIns="0" tIns="0" rIns="0" bIns="0" rtlCol="0" anchor="t"/>
          <a:lstStyle/>
          <a:p>
            <a:pPr marL="0" indent="0" algn="ctr">
              <a:lnSpc>
                <a:spcPts val="1500"/>
              </a:lnSpc>
              <a:buNone/>
            </a:pPr>
            <a:r>
              <a:rPr lang="en-US" sz="1050" b="1" dirty="0">
                <a:solidFill>
                  <a:srgbClr val="1E40AF"/>
                </a:solidFill>
                <a:highlight>
                  <a:srgbClr val="DBEAFE"/>
                </a:highlight>
                <a:latin typeface="ui-sans-serif" pitchFamily="34" charset="0"/>
                <a:ea typeface="ui-sans-serif" pitchFamily="34" charset="-122"/>
                <a:cs typeface="ui-sans-serif" pitchFamily="34" charset="-120"/>
              </a:rPr>
              <a:t>Cần đa dạng hóa dữ liệu</a:t>
            </a:r>
            <a:endParaRPr lang="en-US" sz="1050" dirty="0"/>
          </a:p>
        </p:txBody>
      </p:sp>
      <p:sp>
        <p:nvSpPr>
          <p:cNvPr id="34" name="Text 10"/>
          <p:cNvSpPr/>
          <p:nvPr/>
        </p:nvSpPr>
        <p:spPr>
          <a:xfrm>
            <a:off x="876300" y="5334000"/>
            <a:ext cx="10972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Giải pháp hướng tới</a:t>
            </a:r>
            <a:endParaRPr lang="en-US" sz="1500" dirty="0"/>
          </a:p>
        </p:txBody>
      </p:sp>
      <p:sp>
        <p:nvSpPr>
          <p:cNvPr id="35" name="Text 11"/>
          <p:cNvSpPr/>
          <p:nvPr/>
        </p:nvSpPr>
        <p:spPr>
          <a:xfrm>
            <a:off x="800100" y="5676900"/>
            <a:ext cx="272087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Nâng cấp phân tích âm thanh</a:t>
            </a:r>
            <a:endParaRPr lang="en-US" sz="1200" dirty="0"/>
          </a:p>
        </p:txBody>
      </p:sp>
      <p:sp>
        <p:nvSpPr>
          <p:cNvPr id="36" name="Text 12"/>
          <p:cNvSpPr/>
          <p:nvPr/>
        </p:nvSpPr>
        <p:spPr>
          <a:xfrm>
            <a:off x="4711154" y="5676900"/>
            <a:ext cx="3768328"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Cải thiện robustness với ánh sáng và góc</a:t>
            </a:r>
            <a:endParaRPr lang="en-US" sz="1200" dirty="0"/>
          </a:p>
        </p:txBody>
      </p:sp>
      <p:sp>
        <p:nvSpPr>
          <p:cNvPr id="37" name="Text 13"/>
          <p:cNvSpPr/>
          <p:nvPr/>
        </p:nvSpPr>
        <p:spPr>
          <a:xfrm>
            <a:off x="9571286" y="5676900"/>
            <a:ext cx="24133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Đảm bảo cân bằng dữ liệu</a:t>
            </a:r>
            <a:endParaRPr lang="en-US" sz="1200" dirty="0"/>
          </a:p>
        </p:txBody>
      </p:sp>
      <p:sp>
        <p:nvSpPr>
          <p:cNvPr id="38" name="Text 14"/>
          <p:cNvSpPr/>
          <p:nvPr/>
        </p:nvSpPr>
        <p:spPr>
          <a:xfrm>
            <a:off x="457200" y="6210300"/>
            <a:ext cx="1426964"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10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1000"/>
                                        <p:tgtEl>
                                          <p:spTgt spid="26"/>
                                        </p:tgtEl>
                                      </p:cBhvr>
                                    </p:animEffect>
                                    <p:anim calcmode="lin" valueType="num">
                                      <p:cBhvr>
                                        <p:cTn id="35" dur="1000" fill="hold"/>
                                        <p:tgtEl>
                                          <p:spTgt spid="26"/>
                                        </p:tgtEl>
                                        <p:attrNameLst>
                                          <p:attrName>ppt_x</p:attrName>
                                        </p:attrNameLst>
                                      </p:cBhvr>
                                      <p:tavLst>
                                        <p:tav tm="0">
                                          <p:val>
                                            <p:strVal val="#ppt_x"/>
                                          </p:val>
                                        </p:tav>
                                        <p:tav tm="100000">
                                          <p:val>
                                            <p:strVal val="#ppt_x"/>
                                          </p:val>
                                        </p:tav>
                                      </p:tavLst>
                                    </p:anim>
                                    <p:anim calcmode="lin" valueType="num">
                                      <p:cBhvr>
                                        <p:cTn id="3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1000"/>
                                        <p:tgtEl>
                                          <p:spTgt spid="27"/>
                                        </p:tgtEl>
                                      </p:cBhvr>
                                    </p:animEffect>
                                    <p:anim calcmode="lin" valueType="num">
                                      <p:cBhvr>
                                        <p:cTn id="47" dur="1000" fill="hold"/>
                                        <p:tgtEl>
                                          <p:spTgt spid="27"/>
                                        </p:tgtEl>
                                        <p:attrNameLst>
                                          <p:attrName>ppt_x</p:attrName>
                                        </p:attrNameLst>
                                      </p:cBhvr>
                                      <p:tavLst>
                                        <p:tav tm="0">
                                          <p:val>
                                            <p:strVal val="#ppt_x"/>
                                          </p:val>
                                        </p:tav>
                                        <p:tav tm="100000">
                                          <p:val>
                                            <p:strVal val="#ppt_x"/>
                                          </p:val>
                                        </p:tav>
                                      </p:tavLst>
                                    </p:anim>
                                    <p:anim calcmode="lin" valueType="num">
                                      <p:cBhvr>
                                        <p:cTn id="4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1000"/>
                                        <p:tgtEl>
                                          <p:spTgt spid="10"/>
                                        </p:tgtEl>
                                      </p:cBhvr>
                                    </p:animEffect>
                                    <p:anim calcmode="lin" valueType="num">
                                      <p:cBhvr>
                                        <p:cTn id="54" dur="1000" fill="hold"/>
                                        <p:tgtEl>
                                          <p:spTgt spid="10"/>
                                        </p:tgtEl>
                                        <p:attrNameLst>
                                          <p:attrName>ppt_x</p:attrName>
                                        </p:attrNameLst>
                                      </p:cBhvr>
                                      <p:tavLst>
                                        <p:tav tm="0">
                                          <p:val>
                                            <p:strVal val="#ppt_x"/>
                                          </p:val>
                                        </p:tav>
                                        <p:tav tm="100000">
                                          <p:val>
                                            <p:strVal val="#ppt_x"/>
                                          </p:val>
                                        </p:tav>
                                      </p:tavLst>
                                    </p:anim>
                                    <p:anim calcmode="lin" valueType="num">
                                      <p:cBhvr>
                                        <p:cTn id="55" dur="1000" fill="hold"/>
                                        <p:tgtEl>
                                          <p:spTgt spid="10"/>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1000"/>
                                        <p:tgtEl>
                                          <p:spTgt spid="11"/>
                                        </p:tgtEl>
                                      </p:cBhvr>
                                    </p:animEffect>
                                    <p:anim calcmode="lin" valueType="num">
                                      <p:cBhvr>
                                        <p:cTn id="59" dur="1000" fill="hold"/>
                                        <p:tgtEl>
                                          <p:spTgt spid="11"/>
                                        </p:tgtEl>
                                        <p:attrNameLst>
                                          <p:attrName>ppt_x</p:attrName>
                                        </p:attrNameLst>
                                      </p:cBhvr>
                                      <p:tavLst>
                                        <p:tav tm="0">
                                          <p:val>
                                            <p:strVal val="#ppt_x"/>
                                          </p:val>
                                        </p:tav>
                                        <p:tav tm="100000">
                                          <p:val>
                                            <p:strVal val="#ppt_x"/>
                                          </p:val>
                                        </p:tav>
                                      </p:tavLst>
                                    </p:anim>
                                    <p:anim calcmode="lin" valueType="num">
                                      <p:cBhvr>
                                        <p:cTn id="60" dur="1000" fill="hold"/>
                                        <p:tgtEl>
                                          <p:spTgt spid="11"/>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1000"/>
                                        <p:tgtEl>
                                          <p:spTgt spid="28"/>
                                        </p:tgtEl>
                                      </p:cBhvr>
                                    </p:animEffect>
                                    <p:anim calcmode="lin" valueType="num">
                                      <p:cBhvr>
                                        <p:cTn id="69" dur="1000" fill="hold"/>
                                        <p:tgtEl>
                                          <p:spTgt spid="28"/>
                                        </p:tgtEl>
                                        <p:attrNameLst>
                                          <p:attrName>ppt_x</p:attrName>
                                        </p:attrNameLst>
                                      </p:cBhvr>
                                      <p:tavLst>
                                        <p:tav tm="0">
                                          <p:val>
                                            <p:strVal val="#ppt_x"/>
                                          </p:val>
                                        </p:tav>
                                        <p:tav tm="100000">
                                          <p:val>
                                            <p:strVal val="#ppt_x"/>
                                          </p:val>
                                        </p:tav>
                                      </p:tavLst>
                                    </p:anim>
                                    <p:anim calcmode="lin" valueType="num">
                                      <p:cBhvr>
                                        <p:cTn id="7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1000"/>
                                        <p:tgtEl>
                                          <p:spTgt spid="29"/>
                                        </p:tgtEl>
                                      </p:cBhvr>
                                    </p:animEffect>
                                    <p:anim calcmode="lin" valueType="num">
                                      <p:cBhvr>
                                        <p:cTn id="76" dur="1000" fill="hold"/>
                                        <p:tgtEl>
                                          <p:spTgt spid="29"/>
                                        </p:tgtEl>
                                        <p:attrNameLst>
                                          <p:attrName>ppt_x</p:attrName>
                                        </p:attrNameLst>
                                      </p:cBhvr>
                                      <p:tavLst>
                                        <p:tav tm="0">
                                          <p:val>
                                            <p:strVal val="#ppt_x"/>
                                          </p:val>
                                        </p:tav>
                                        <p:tav tm="100000">
                                          <p:val>
                                            <p:strVal val="#ppt_x"/>
                                          </p:val>
                                        </p:tav>
                                      </p:tavLst>
                                    </p:anim>
                                    <p:anim calcmode="lin" valueType="num">
                                      <p:cBhvr>
                                        <p:cTn id="7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1000"/>
                                        <p:tgtEl>
                                          <p:spTgt spid="13"/>
                                        </p:tgtEl>
                                      </p:cBhvr>
                                    </p:animEffect>
                                    <p:anim calcmode="lin" valueType="num">
                                      <p:cBhvr>
                                        <p:cTn id="83" dur="1000" fill="hold"/>
                                        <p:tgtEl>
                                          <p:spTgt spid="13"/>
                                        </p:tgtEl>
                                        <p:attrNameLst>
                                          <p:attrName>ppt_x</p:attrName>
                                        </p:attrNameLst>
                                      </p:cBhvr>
                                      <p:tavLst>
                                        <p:tav tm="0">
                                          <p:val>
                                            <p:strVal val="#ppt_x"/>
                                          </p:val>
                                        </p:tav>
                                        <p:tav tm="100000">
                                          <p:val>
                                            <p:strVal val="#ppt_x"/>
                                          </p:val>
                                        </p:tav>
                                      </p:tavLst>
                                    </p:anim>
                                    <p:anim calcmode="lin" valueType="num">
                                      <p:cBhvr>
                                        <p:cTn id="84" dur="1000" fill="hold"/>
                                        <p:tgtEl>
                                          <p:spTgt spid="13"/>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1000"/>
                                        <p:tgtEl>
                                          <p:spTgt spid="30"/>
                                        </p:tgtEl>
                                      </p:cBhvr>
                                    </p:animEffect>
                                    <p:anim calcmode="lin" valueType="num">
                                      <p:cBhvr>
                                        <p:cTn id="88" dur="1000" fill="hold"/>
                                        <p:tgtEl>
                                          <p:spTgt spid="30"/>
                                        </p:tgtEl>
                                        <p:attrNameLst>
                                          <p:attrName>ppt_x</p:attrName>
                                        </p:attrNameLst>
                                      </p:cBhvr>
                                      <p:tavLst>
                                        <p:tav tm="0">
                                          <p:val>
                                            <p:strVal val="#ppt_x"/>
                                          </p:val>
                                        </p:tav>
                                        <p:tav tm="100000">
                                          <p:val>
                                            <p:strVal val="#ppt_x"/>
                                          </p:val>
                                        </p:tav>
                                      </p:tavLst>
                                    </p:anim>
                                    <p:anim calcmode="lin" valueType="num">
                                      <p:cBhvr>
                                        <p:cTn id="8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fade">
                                      <p:cBhvr>
                                        <p:cTn id="94" dur="1000"/>
                                        <p:tgtEl>
                                          <p:spTgt spid="14"/>
                                        </p:tgtEl>
                                      </p:cBhvr>
                                    </p:animEffect>
                                    <p:anim calcmode="lin" valueType="num">
                                      <p:cBhvr>
                                        <p:cTn id="95" dur="1000" fill="hold"/>
                                        <p:tgtEl>
                                          <p:spTgt spid="14"/>
                                        </p:tgtEl>
                                        <p:attrNameLst>
                                          <p:attrName>ppt_x</p:attrName>
                                        </p:attrNameLst>
                                      </p:cBhvr>
                                      <p:tavLst>
                                        <p:tav tm="0">
                                          <p:val>
                                            <p:strVal val="#ppt_x"/>
                                          </p:val>
                                        </p:tav>
                                        <p:tav tm="100000">
                                          <p:val>
                                            <p:strVal val="#ppt_x"/>
                                          </p:val>
                                        </p:tav>
                                      </p:tavLst>
                                    </p:anim>
                                    <p:anim calcmode="lin" valueType="num">
                                      <p:cBhvr>
                                        <p:cTn id="96" dur="1000" fill="hold"/>
                                        <p:tgtEl>
                                          <p:spTgt spid="14"/>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fade">
                                      <p:cBhvr>
                                        <p:cTn id="99" dur="1000"/>
                                        <p:tgtEl>
                                          <p:spTgt spid="15"/>
                                        </p:tgtEl>
                                      </p:cBhvr>
                                    </p:animEffect>
                                    <p:anim calcmode="lin" valueType="num">
                                      <p:cBhvr>
                                        <p:cTn id="100" dur="1000" fill="hold"/>
                                        <p:tgtEl>
                                          <p:spTgt spid="15"/>
                                        </p:tgtEl>
                                        <p:attrNameLst>
                                          <p:attrName>ppt_x</p:attrName>
                                        </p:attrNameLst>
                                      </p:cBhvr>
                                      <p:tavLst>
                                        <p:tav tm="0">
                                          <p:val>
                                            <p:strVal val="#ppt_x"/>
                                          </p:val>
                                        </p:tav>
                                        <p:tav tm="100000">
                                          <p:val>
                                            <p:strVal val="#ppt_x"/>
                                          </p:val>
                                        </p:tav>
                                      </p:tavLst>
                                    </p:anim>
                                    <p:anim calcmode="lin" valueType="num">
                                      <p:cBhvr>
                                        <p:cTn id="101" dur="1000" fill="hold"/>
                                        <p:tgtEl>
                                          <p:spTgt spid="15"/>
                                        </p:tgtEl>
                                        <p:attrNameLst>
                                          <p:attrName>ppt_y</p:attrName>
                                        </p:attrNameLst>
                                      </p:cBhvr>
                                      <p:tavLst>
                                        <p:tav tm="0">
                                          <p:val>
                                            <p:strVal val="#ppt_y+.1"/>
                                          </p:val>
                                        </p:tav>
                                        <p:tav tm="100000">
                                          <p:val>
                                            <p:strVal val="#ppt_y"/>
                                          </p:val>
                                        </p:tav>
                                      </p:tavLst>
                                    </p:anim>
                                  </p:childTnLst>
                                </p:cTn>
                              </p:par>
                              <p:par>
                                <p:cTn id="102" presetID="42" presetClass="entr" presetSubtype="0" fill="hold" nodeType="withEffect">
                                  <p:stCondLst>
                                    <p:cond delay="0"/>
                                  </p:stCondLst>
                                  <p:childTnLst>
                                    <p:set>
                                      <p:cBhvr>
                                        <p:cTn id="103" dur="1" fill="hold">
                                          <p:stCondLst>
                                            <p:cond delay="0"/>
                                          </p:stCondLst>
                                        </p:cTn>
                                        <p:tgtEl>
                                          <p:spTgt spid="16"/>
                                        </p:tgtEl>
                                        <p:attrNameLst>
                                          <p:attrName>style.visibility</p:attrName>
                                        </p:attrNameLst>
                                      </p:cBhvr>
                                      <p:to>
                                        <p:strVal val="visible"/>
                                      </p:to>
                                    </p:set>
                                    <p:animEffect transition="in" filter="fade">
                                      <p:cBhvr>
                                        <p:cTn id="104" dur="1000"/>
                                        <p:tgtEl>
                                          <p:spTgt spid="16"/>
                                        </p:tgtEl>
                                      </p:cBhvr>
                                    </p:animEffect>
                                    <p:anim calcmode="lin" valueType="num">
                                      <p:cBhvr>
                                        <p:cTn id="105" dur="1000" fill="hold"/>
                                        <p:tgtEl>
                                          <p:spTgt spid="16"/>
                                        </p:tgtEl>
                                        <p:attrNameLst>
                                          <p:attrName>ppt_x</p:attrName>
                                        </p:attrNameLst>
                                      </p:cBhvr>
                                      <p:tavLst>
                                        <p:tav tm="0">
                                          <p:val>
                                            <p:strVal val="#ppt_x"/>
                                          </p:val>
                                        </p:tav>
                                        <p:tav tm="100000">
                                          <p:val>
                                            <p:strVal val="#ppt_x"/>
                                          </p:val>
                                        </p:tav>
                                      </p:tavLst>
                                    </p:anim>
                                    <p:anim calcmode="lin" valueType="num">
                                      <p:cBhvr>
                                        <p:cTn id="106" dur="1000" fill="hold"/>
                                        <p:tgtEl>
                                          <p:spTgt spid="16"/>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31"/>
                                        </p:tgtEl>
                                        <p:attrNameLst>
                                          <p:attrName>style.visibility</p:attrName>
                                        </p:attrNameLst>
                                      </p:cBhvr>
                                      <p:to>
                                        <p:strVal val="visible"/>
                                      </p:to>
                                    </p:set>
                                    <p:animEffect transition="in" filter="fade">
                                      <p:cBhvr>
                                        <p:cTn id="109" dur="1000"/>
                                        <p:tgtEl>
                                          <p:spTgt spid="31"/>
                                        </p:tgtEl>
                                      </p:cBhvr>
                                    </p:animEffect>
                                    <p:anim calcmode="lin" valueType="num">
                                      <p:cBhvr>
                                        <p:cTn id="110" dur="1000" fill="hold"/>
                                        <p:tgtEl>
                                          <p:spTgt spid="31"/>
                                        </p:tgtEl>
                                        <p:attrNameLst>
                                          <p:attrName>ppt_x</p:attrName>
                                        </p:attrNameLst>
                                      </p:cBhvr>
                                      <p:tavLst>
                                        <p:tav tm="0">
                                          <p:val>
                                            <p:strVal val="#ppt_x"/>
                                          </p:val>
                                        </p:tav>
                                        <p:tav tm="100000">
                                          <p:val>
                                            <p:strVal val="#ppt_x"/>
                                          </p:val>
                                        </p:tav>
                                      </p:tavLst>
                                    </p:anim>
                                    <p:anim calcmode="lin" valueType="num">
                                      <p:cBhvr>
                                        <p:cTn id="11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32"/>
                                        </p:tgtEl>
                                        <p:attrNameLst>
                                          <p:attrName>style.visibility</p:attrName>
                                        </p:attrNameLst>
                                      </p:cBhvr>
                                      <p:to>
                                        <p:strVal val="visible"/>
                                      </p:to>
                                    </p:set>
                                    <p:animEffect transition="in" filter="fade">
                                      <p:cBhvr>
                                        <p:cTn id="116" dur="1000"/>
                                        <p:tgtEl>
                                          <p:spTgt spid="32"/>
                                        </p:tgtEl>
                                      </p:cBhvr>
                                    </p:animEffect>
                                    <p:anim calcmode="lin" valueType="num">
                                      <p:cBhvr>
                                        <p:cTn id="117" dur="1000" fill="hold"/>
                                        <p:tgtEl>
                                          <p:spTgt spid="32"/>
                                        </p:tgtEl>
                                        <p:attrNameLst>
                                          <p:attrName>ppt_x</p:attrName>
                                        </p:attrNameLst>
                                      </p:cBhvr>
                                      <p:tavLst>
                                        <p:tav tm="0">
                                          <p:val>
                                            <p:strVal val="#ppt_x"/>
                                          </p:val>
                                        </p:tav>
                                        <p:tav tm="100000">
                                          <p:val>
                                            <p:strVal val="#ppt_x"/>
                                          </p:val>
                                        </p:tav>
                                      </p:tavLst>
                                    </p:anim>
                                    <p:anim calcmode="lin" valueType="num">
                                      <p:cBhvr>
                                        <p:cTn id="118"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17"/>
                                        </p:tgtEl>
                                        <p:attrNameLst>
                                          <p:attrName>style.visibility</p:attrName>
                                        </p:attrNameLst>
                                      </p:cBhvr>
                                      <p:to>
                                        <p:strVal val="visible"/>
                                      </p:to>
                                    </p:set>
                                    <p:animEffect transition="in" filter="fade">
                                      <p:cBhvr>
                                        <p:cTn id="123" dur="1000"/>
                                        <p:tgtEl>
                                          <p:spTgt spid="17"/>
                                        </p:tgtEl>
                                      </p:cBhvr>
                                    </p:animEffect>
                                    <p:anim calcmode="lin" valueType="num">
                                      <p:cBhvr>
                                        <p:cTn id="124" dur="1000" fill="hold"/>
                                        <p:tgtEl>
                                          <p:spTgt spid="17"/>
                                        </p:tgtEl>
                                        <p:attrNameLst>
                                          <p:attrName>ppt_x</p:attrName>
                                        </p:attrNameLst>
                                      </p:cBhvr>
                                      <p:tavLst>
                                        <p:tav tm="0">
                                          <p:val>
                                            <p:strVal val="#ppt_x"/>
                                          </p:val>
                                        </p:tav>
                                        <p:tav tm="100000">
                                          <p:val>
                                            <p:strVal val="#ppt_x"/>
                                          </p:val>
                                        </p:tav>
                                      </p:tavLst>
                                    </p:anim>
                                    <p:anim calcmode="lin" valueType="num">
                                      <p:cBhvr>
                                        <p:cTn id="125" dur="1000" fill="hold"/>
                                        <p:tgtEl>
                                          <p:spTgt spid="17"/>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33"/>
                                        </p:tgtEl>
                                        <p:attrNameLst>
                                          <p:attrName>style.visibility</p:attrName>
                                        </p:attrNameLst>
                                      </p:cBhvr>
                                      <p:to>
                                        <p:strVal val="visible"/>
                                      </p:to>
                                    </p:set>
                                    <p:animEffect transition="in" filter="fade">
                                      <p:cBhvr>
                                        <p:cTn id="128" dur="1000"/>
                                        <p:tgtEl>
                                          <p:spTgt spid="33"/>
                                        </p:tgtEl>
                                      </p:cBhvr>
                                    </p:animEffect>
                                    <p:anim calcmode="lin" valueType="num">
                                      <p:cBhvr>
                                        <p:cTn id="129" dur="1000" fill="hold"/>
                                        <p:tgtEl>
                                          <p:spTgt spid="33"/>
                                        </p:tgtEl>
                                        <p:attrNameLst>
                                          <p:attrName>ppt_x</p:attrName>
                                        </p:attrNameLst>
                                      </p:cBhvr>
                                      <p:tavLst>
                                        <p:tav tm="0">
                                          <p:val>
                                            <p:strVal val="#ppt_x"/>
                                          </p:val>
                                        </p:tav>
                                        <p:tav tm="100000">
                                          <p:val>
                                            <p:strVal val="#ppt_x"/>
                                          </p:val>
                                        </p:tav>
                                      </p:tavLst>
                                    </p:anim>
                                    <p:anim calcmode="lin" valueType="num">
                                      <p:cBhvr>
                                        <p:cTn id="13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nodeType="clickEffect">
                                  <p:stCondLst>
                                    <p:cond delay="0"/>
                                  </p:stCondLst>
                                  <p:childTnLst>
                                    <p:set>
                                      <p:cBhvr>
                                        <p:cTn id="134" dur="1" fill="hold">
                                          <p:stCondLst>
                                            <p:cond delay="0"/>
                                          </p:stCondLst>
                                        </p:cTn>
                                        <p:tgtEl>
                                          <p:spTgt spid="18"/>
                                        </p:tgtEl>
                                        <p:attrNameLst>
                                          <p:attrName>style.visibility</p:attrName>
                                        </p:attrNameLst>
                                      </p:cBhvr>
                                      <p:to>
                                        <p:strVal val="visible"/>
                                      </p:to>
                                    </p:set>
                                    <p:animEffect transition="in" filter="fade">
                                      <p:cBhvr>
                                        <p:cTn id="135" dur="1000"/>
                                        <p:tgtEl>
                                          <p:spTgt spid="18"/>
                                        </p:tgtEl>
                                      </p:cBhvr>
                                    </p:animEffect>
                                    <p:anim calcmode="lin" valueType="num">
                                      <p:cBhvr>
                                        <p:cTn id="136" dur="1000" fill="hold"/>
                                        <p:tgtEl>
                                          <p:spTgt spid="18"/>
                                        </p:tgtEl>
                                        <p:attrNameLst>
                                          <p:attrName>ppt_x</p:attrName>
                                        </p:attrNameLst>
                                      </p:cBhvr>
                                      <p:tavLst>
                                        <p:tav tm="0">
                                          <p:val>
                                            <p:strVal val="#ppt_x"/>
                                          </p:val>
                                        </p:tav>
                                        <p:tav tm="100000">
                                          <p:val>
                                            <p:strVal val="#ppt_x"/>
                                          </p:val>
                                        </p:tav>
                                      </p:tavLst>
                                    </p:anim>
                                    <p:anim calcmode="lin" valueType="num">
                                      <p:cBhvr>
                                        <p:cTn id="137" dur="1000" fill="hold"/>
                                        <p:tgtEl>
                                          <p:spTgt spid="18"/>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34"/>
                                        </p:tgtEl>
                                        <p:attrNameLst>
                                          <p:attrName>style.visibility</p:attrName>
                                        </p:attrNameLst>
                                      </p:cBhvr>
                                      <p:to>
                                        <p:strVal val="visible"/>
                                      </p:to>
                                    </p:set>
                                    <p:animEffect transition="in" filter="fade">
                                      <p:cBhvr>
                                        <p:cTn id="140" dur="1000"/>
                                        <p:tgtEl>
                                          <p:spTgt spid="34"/>
                                        </p:tgtEl>
                                      </p:cBhvr>
                                    </p:animEffect>
                                    <p:anim calcmode="lin" valueType="num">
                                      <p:cBhvr>
                                        <p:cTn id="141" dur="1000" fill="hold"/>
                                        <p:tgtEl>
                                          <p:spTgt spid="34"/>
                                        </p:tgtEl>
                                        <p:attrNameLst>
                                          <p:attrName>ppt_x</p:attrName>
                                        </p:attrNameLst>
                                      </p:cBhvr>
                                      <p:tavLst>
                                        <p:tav tm="0">
                                          <p:val>
                                            <p:strVal val="#ppt_x"/>
                                          </p:val>
                                        </p:tav>
                                        <p:tav tm="100000">
                                          <p:val>
                                            <p:strVal val="#ppt_x"/>
                                          </p:val>
                                        </p:tav>
                                      </p:tavLst>
                                    </p:anim>
                                    <p:anim calcmode="lin" valueType="num">
                                      <p:cBhvr>
                                        <p:cTn id="142" dur="1000" fill="hold"/>
                                        <p:tgtEl>
                                          <p:spTgt spid="34"/>
                                        </p:tgtEl>
                                        <p:attrNameLst>
                                          <p:attrName>ppt_y</p:attrName>
                                        </p:attrNameLst>
                                      </p:cBhvr>
                                      <p:tavLst>
                                        <p:tav tm="0">
                                          <p:val>
                                            <p:strVal val="#ppt_y+.1"/>
                                          </p:val>
                                        </p:tav>
                                        <p:tav tm="100000">
                                          <p:val>
                                            <p:strVal val="#ppt_y"/>
                                          </p:val>
                                        </p:tav>
                                      </p:tavLst>
                                    </p:anim>
                                  </p:childTnLst>
                                </p:cTn>
                              </p:par>
                              <p:par>
                                <p:cTn id="143" presetID="42" presetClass="entr" presetSubtype="0" fill="hold" nodeType="withEffect">
                                  <p:stCondLst>
                                    <p:cond delay="0"/>
                                  </p:stCondLst>
                                  <p:childTnLst>
                                    <p:set>
                                      <p:cBhvr>
                                        <p:cTn id="144" dur="1" fill="hold">
                                          <p:stCondLst>
                                            <p:cond delay="0"/>
                                          </p:stCondLst>
                                        </p:cTn>
                                        <p:tgtEl>
                                          <p:spTgt spid="19"/>
                                        </p:tgtEl>
                                        <p:attrNameLst>
                                          <p:attrName>style.visibility</p:attrName>
                                        </p:attrNameLst>
                                      </p:cBhvr>
                                      <p:to>
                                        <p:strVal val="visible"/>
                                      </p:to>
                                    </p:set>
                                    <p:animEffect transition="in" filter="fade">
                                      <p:cBhvr>
                                        <p:cTn id="145" dur="1000"/>
                                        <p:tgtEl>
                                          <p:spTgt spid="19"/>
                                        </p:tgtEl>
                                      </p:cBhvr>
                                    </p:animEffect>
                                    <p:anim calcmode="lin" valueType="num">
                                      <p:cBhvr>
                                        <p:cTn id="146" dur="1000" fill="hold"/>
                                        <p:tgtEl>
                                          <p:spTgt spid="19"/>
                                        </p:tgtEl>
                                        <p:attrNameLst>
                                          <p:attrName>ppt_x</p:attrName>
                                        </p:attrNameLst>
                                      </p:cBhvr>
                                      <p:tavLst>
                                        <p:tav tm="0">
                                          <p:val>
                                            <p:strVal val="#ppt_x"/>
                                          </p:val>
                                        </p:tav>
                                        <p:tav tm="100000">
                                          <p:val>
                                            <p:strVal val="#ppt_x"/>
                                          </p:val>
                                        </p:tav>
                                      </p:tavLst>
                                    </p:anim>
                                    <p:anim calcmode="lin" valueType="num">
                                      <p:cBhvr>
                                        <p:cTn id="14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42" presetClass="entr" presetSubtype="0" fill="hold" grpId="0" nodeType="clickEffect">
                                  <p:stCondLst>
                                    <p:cond delay="0"/>
                                  </p:stCondLst>
                                  <p:childTnLst>
                                    <p:set>
                                      <p:cBhvr>
                                        <p:cTn id="151" dur="1" fill="hold">
                                          <p:stCondLst>
                                            <p:cond delay="0"/>
                                          </p:stCondLst>
                                        </p:cTn>
                                        <p:tgtEl>
                                          <p:spTgt spid="35"/>
                                        </p:tgtEl>
                                        <p:attrNameLst>
                                          <p:attrName>style.visibility</p:attrName>
                                        </p:attrNameLst>
                                      </p:cBhvr>
                                      <p:to>
                                        <p:strVal val="visible"/>
                                      </p:to>
                                    </p:set>
                                    <p:animEffect transition="in" filter="fade">
                                      <p:cBhvr>
                                        <p:cTn id="152" dur="1000"/>
                                        <p:tgtEl>
                                          <p:spTgt spid="35"/>
                                        </p:tgtEl>
                                      </p:cBhvr>
                                    </p:animEffect>
                                    <p:anim calcmode="lin" valueType="num">
                                      <p:cBhvr>
                                        <p:cTn id="153" dur="1000" fill="hold"/>
                                        <p:tgtEl>
                                          <p:spTgt spid="35"/>
                                        </p:tgtEl>
                                        <p:attrNameLst>
                                          <p:attrName>ppt_x</p:attrName>
                                        </p:attrNameLst>
                                      </p:cBhvr>
                                      <p:tavLst>
                                        <p:tav tm="0">
                                          <p:val>
                                            <p:strVal val="#ppt_x"/>
                                          </p:val>
                                        </p:tav>
                                        <p:tav tm="100000">
                                          <p:val>
                                            <p:strVal val="#ppt_x"/>
                                          </p:val>
                                        </p:tav>
                                      </p:tavLst>
                                    </p:anim>
                                    <p:anim calcmode="lin" valueType="num">
                                      <p:cBhvr>
                                        <p:cTn id="154" dur="1000" fill="hold"/>
                                        <p:tgtEl>
                                          <p:spTgt spid="35"/>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6" dur="1" fill="hold">
                                          <p:stCondLst>
                                            <p:cond delay="0"/>
                                          </p:stCondLst>
                                        </p:cTn>
                                        <p:tgtEl>
                                          <p:spTgt spid="20"/>
                                        </p:tgtEl>
                                        <p:attrNameLst>
                                          <p:attrName>style.visibility</p:attrName>
                                        </p:attrNameLst>
                                      </p:cBhvr>
                                      <p:to>
                                        <p:strVal val="visible"/>
                                      </p:to>
                                    </p:set>
                                    <p:animEffect transition="in" filter="fade">
                                      <p:cBhvr>
                                        <p:cTn id="157" dur="1000"/>
                                        <p:tgtEl>
                                          <p:spTgt spid="20"/>
                                        </p:tgtEl>
                                      </p:cBhvr>
                                    </p:animEffect>
                                    <p:anim calcmode="lin" valueType="num">
                                      <p:cBhvr>
                                        <p:cTn id="158" dur="1000" fill="hold"/>
                                        <p:tgtEl>
                                          <p:spTgt spid="20"/>
                                        </p:tgtEl>
                                        <p:attrNameLst>
                                          <p:attrName>ppt_x</p:attrName>
                                        </p:attrNameLst>
                                      </p:cBhvr>
                                      <p:tavLst>
                                        <p:tav tm="0">
                                          <p:val>
                                            <p:strVal val="#ppt_x"/>
                                          </p:val>
                                        </p:tav>
                                        <p:tav tm="100000">
                                          <p:val>
                                            <p:strVal val="#ppt_x"/>
                                          </p:val>
                                        </p:tav>
                                      </p:tavLst>
                                    </p:anim>
                                    <p:anim calcmode="lin" valueType="num">
                                      <p:cBhvr>
                                        <p:cTn id="15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60" fill="hold">
                      <p:stCondLst>
                        <p:cond delay="indefinite"/>
                      </p:stCondLst>
                      <p:childTnLst>
                        <p:par>
                          <p:cTn id="161" fill="hold">
                            <p:stCondLst>
                              <p:cond delay="0"/>
                            </p:stCondLst>
                            <p:childTnLst>
                              <p:par>
                                <p:cTn id="162" presetID="42" presetClass="entr" presetSubtype="0" fill="hold" grpId="0" nodeType="clickEffect">
                                  <p:stCondLst>
                                    <p:cond delay="0"/>
                                  </p:stCondLst>
                                  <p:childTnLst>
                                    <p:set>
                                      <p:cBhvr>
                                        <p:cTn id="163" dur="1" fill="hold">
                                          <p:stCondLst>
                                            <p:cond delay="0"/>
                                          </p:stCondLst>
                                        </p:cTn>
                                        <p:tgtEl>
                                          <p:spTgt spid="36"/>
                                        </p:tgtEl>
                                        <p:attrNameLst>
                                          <p:attrName>style.visibility</p:attrName>
                                        </p:attrNameLst>
                                      </p:cBhvr>
                                      <p:to>
                                        <p:strVal val="visible"/>
                                      </p:to>
                                    </p:set>
                                    <p:animEffect transition="in" filter="fade">
                                      <p:cBhvr>
                                        <p:cTn id="164" dur="1000"/>
                                        <p:tgtEl>
                                          <p:spTgt spid="36"/>
                                        </p:tgtEl>
                                      </p:cBhvr>
                                    </p:animEffect>
                                    <p:anim calcmode="lin" valueType="num">
                                      <p:cBhvr>
                                        <p:cTn id="165" dur="1000" fill="hold"/>
                                        <p:tgtEl>
                                          <p:spTgt spid="36"/>
                                        </p:tgtEl>
                                        <p:attrNameLst>
                                          <p:attrName>ppt_x</p:attrName>
                                        </p:attrNameLst>
                                      </p:cBhvr>
                                      <p:tavLst>
                                        <p:tav tm="0">
                                          <p:val>
                                            <p:strVal val="#ppt_x"/>
                                          </p:val>
                                        </p:tav>
                                        <p:tav tm="100000">
                                          <p:val>
                                            <p:strVal val="#ppt_x"/>
                                          </p:val>
                                        </p:tav>
                                      </p:tavLst>
                                    </p:anim>
                                    <p:anim calcmode="lin" valueType="num">
                                      <p:cBhvr>
                                        <p:cTn id="166" dur="1000" fill="hold"/>
                                        <p:tgtEl>
                                          <p:spTgt spid="36"/>
                                        </p:tgtEl>
                                        <p:attrNameLst>
                                          <p:attrName>ppt_y</p:attrName>
                                        </p:attrNameLst>
                                      </p:cBhvr>
                                      <p:tavLst>
                                        <p:tav tm="0">
                                          <p:val>
                                            <p:strVal val="#ppt_y+.1"/>
                                          </p:val>
                                        </p:tav>
                                        <p:tav tm="100000">
                                          <p:val>
                                            <p:strVal val="#ppt_y"/>
                                          </p:val>
                                        </p:tav>
                                      </p:tavLst>
                                    </p:anim>
                                  </p:childTnLst>
                                </p:cTn>
                              </p:par>
                              <p:par>
                                <p:cTn id="167" presetID="42" presetClass="entr" presetSubtype="0" fill="hold" nodeType="withEffect">
                                  <p:stCondLst>
                                    <p:cond delay="0"/>
                                  </p:stCondLst>
                                  <p:childTnLst>
                                    <p:set>
                                      <p:cBhvr>
                                        <p:cTn id="168" dur="1" fill="hold">
                                          <p:stCondLst>
                                            <p:cond delay="0"/>
                                          </p:stCondLst>
                                        </p:cTn>
                                        <p:tgtEl>
                                          <p:spTgt spid="21"/>
                                        </p:tgtEl>
                                        <p:attrNameLst>
                                          <p:attrName>style.visibility</p:attrName>
                                        </p:attrNameLst>
                                      </p:cBhvr>
                                      <p:to>
                                        <p:strVal val="visible"/>
                                      </p:to>
                                    </p:set>
                                    <p:animEffect transition="in" filter="fade">
                                      <p:cBhvr>
                                        <p:cTn id="169" dur="1000"/>
                                        <p:tgtEl>
                                          <p:spTgt spid="21"/>
                                        </p:tgtEl>
                                      </p:cBhvr>
                                    </p:animEffect>
                                    <p:anim calcmode="lin" valueType="num">
                                      <p:cBhvr>
                                        <p:cTn id="170" dur="1000" fill="hold"/>
                                        <p:tgtEl>
                                          <p:spTgt spid="21"/>
                                        </p:tgtEl>
                                        <p:attrNameLst>
                                          <p:attrName>ppt_x</p:attrName>
                                        </p:attrNameLst>
                                      </p:cBhvr>
                                      <p:tavLst>
                                        <p:tav tm="0">
                                          <p:val>
                                            <p:strVal val="#ppt_x"/>
                                          </p:val>
                                        </p:tav>
                                        <p:tav tm="100000">
                                          <p:val>
                                            <p:strVal val="#ppt_x"/>
                                          </p:val>
                                        </p:tav>
                                      </p:tavLst>
                                    </p:anim>
                                    <p:anim calcmode="lin" valueType="num">
                                      <p:cBhvr>
                                        <p:cTn id="17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72" fill="hold">
                      <p:stCondLst>
                        <p:cond delay="indefinite"/>
                      </p:stCondLst>
                      <p:childTnLst>
                        <p:par>
                          <p:cTn id="173" fill="hold">
                            <p:stCondLst>
                              <p:cond delay="0"/>
                            </p:stCondLst>
                            <p:childTnLst>
                              <p:par>
                                <p:cTn id="174" presetID="42" presetClass="entr" presetSubtype="0" fill="hold" grpId="0" nodeType="clickEffect">
                                  <p:stCondLst>
                                    <p:cond delay="0"/>
                                  </p:stCondLst>
                                  <p:childTnLst>
                                    <p:set>
                                      <p:cBhvr>
                                        <p:cTn id="175" dur="1" fill="hold">
                                          <p:stCondLst>
                                            <p:cond delay="0"/>
                                          </p:stCondLst>
                                        </p:cTn>
                                        <p:tgtEl>
                                          <p:spTgt spid="37"/>
                                        </p:tgtEl>
                                        <p:attrNameLst>
                                          <p:attrName>style.visibility</p:attrName>
                                        </p:attrNameLst>
                                      </p:cBhvr>
                                      <p:to>
                                        <p:strVal val="visible"/>
                                      </p:to>
                                    </p:set>
                                    <p:animEffect transition="in" filter="fade">
                                      <p:cBhvr>
                                        <p:cTn id="176" dur="1000"/>
                                        <p:tgtEl>
                                          <p:spTgt spid="37"/>
                                        </p:tgtEl>
                                      </p:cBhvr>
                                    </p:animEffect>
                                    <p:anim calcmode="lin" valueType="num">
                                      <p:cBhvr>
                                        <p:cTn id="177" dur="1000" fill="hold"/>
                                        <p:tgtEl>
                                          <p:spTgt spid="37"/>
                                        </p:tgtEl>
                                        <p:attrNameLst>
                                          <p:attrName>ppt_x</p:attrName>
                                        </p:attrNameLst>
                                      </p:cBhvr>
                                      <p:tavLst>
                                        <p:tav tm="0">
                                          <p:val>
                                            <p:strVal val="#ppt_x"/>
                                          </p:val>
                                        </p:tav>
                                        <p:tav tm="100000">
                                          <p:val>
                                            <p:strVal val="#ppt_x"/>
                                          </p:val>
                                        </p:tav>
                                      </p:tavLst>
                                    </p:anim>
                                    <p:anim calcmode="lin" valueType="num">
                                      <p:cBhvr>
                                        <p:cTn id="178" dur="1000" fill="hold"/>
                                        <p:tgtEl>
                                          <p:spTgt spid="37"/>
                                        </p:tgtEl>
                                        <p:attrNameLst>
                                          <p:attrName>ppt_y</p:attrName>
                                        </p:attrNameLst>
                                      </p:cBhvr>
                                      <p:tavLst>
                                        <p:tav tm="0">
                                          <p:val>
                                            <p:strVal val="#ppt_y+.1"/>
                                          </p:val>
                                        </p:tav>
                                        <p:tav tm="100000">
                                          <p:val>
                                            <p:strVal val="#ppt_y"/>
                                          </p:val>
                                        </p:tav>
                                      </p:tavLst>
                                    </p:anim>
                                  </p:childTnLst>
                                </p:cTn>
                              </p:par>
                              <p:par>
                                <p:cTn id="179" presetID="42" presetClass="entr" presetSubtype="0" fill="hold" nodeType="withEffect">
                                  <p:stCondLst>
                                    <p:cond delay="0"/>
                                  </p:stCondLst>
                                  <p:childTnLst>
                                    <p:set>
                                      <p:cBhvr>
                                        <p:cTn id="180" dur="1" fill="hold">
                                          <p:stCondLst>
                                            <p:cond delay="0"/>
                                          </p:stCondLst>
                                        </p:cTn>
                                        <p:tgtEl>
                                          <p:spTgt spid="22"/>
                                        </p:tgtEl>
                                        <p:attrNameLst>
                                          <p:attrName>style.visibility</p:attrName>
                                        </p:attrNameLst>
                                      </p:cBhvr>
                                      <p:to>
                                        <p:strVal val="visible"/>
                                      </p:to>
                                    </p:set>
                                    <p:animEffect transition="in" filter="fade">
                                      <p:cBhvr>
                                        <p:cTn id="181" dur="1000"/>
                                        <p:tgtEl>
                                          <p:spTgt spid="22"/>
                                        </p:tgtEl>
                                      </p:cBhvr>
                                    </p:animEffect>
                                    <p:anim calcmode="lin" valueType="num">
                                      <p:cBhvr>
                                        <p:cTn id="182" dur="1000" fill="hold"/>
                                        <p:tgtEl>
                                          <p:spTgt spid="22"/>
                                        </p:tgtEl>
                                        <p:attrNameLst>
                                          <p:attrName>ppt_x</p:attrName>
                                        </p:attrNameLst>
                                      </p:cBhvr>
                                      <p:tavLst>
                                        <p:tav tm="0">
                                          <p:val>
                                            <p:strVal val="#ppt_x"/>
                                          </p:val>
                                        </p:tav>
                                        <p:tav tm="100000">
                                          <p:val>
                                            <p:strVal val="#ppt_x"/>
                                          </p:val>
                                        </p:tav>
                                      </p:tavLst>
                                    </p:anim>
                                    <p:anim calcmode="lin" valueType="num">
                                      <p:cBhvr>
                                        <p:cTn id="18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0" y="5238750"/>
            <a:ext cx="1619250" cy="1905000"/>
          </a:xfrm>
          <a:prstGeom prst="rect">
            <a:avLst/>
          </a:prstGeom>
        </p:spPr>
      </p:pic>
      <p:pic>
        <p:nvPicPr>
          <p:cNvPr id="5" name="Image 3" descr="preencoded.png"/>
          <p:cNvPicPr>
            <a:picLocks noChangeAspect="1"/>
          </p:cNvPicPr>
          <p:nvPr/>
        </p:nvPicPr>
        <p:blipFill>
          <a:blip r:embed="rId6"/>
          <a:stretch>
            <a:fillRect/>
          </a:stretch>
        </p:blipFill>
        <p:spPr>
          <a:xfrm>
            <a:off x="457200" y="914400"/>
            <a:ext cx="762000" cy="38100"/>
          </a:xfrm>
          <a:prstGeom prst="rect">
            <a:avLst/>
          </a:prstGeom>
        </p:spPr>
      </p:pic>
      <p:pic>
        <p:nvPicPr>
          <p:cNvPr id="6" name="Image 4" descr="preencoded.png"/>
          <p:cNvPicPr>
            <a:picLocks noChangeAspect="1"/>
          </p:cNvPicPr>
          <p:nvPr/>
        </p:nvPicPr>
        <p:blipFill>
          <a:blip r:embed="rId7"/>
          <a:stretch>
            <a:fillRect/>
          </a:stretch>
        </p:blipFill>
        <p:spPr>
          <a:xfrm>
            <a:off x="457200" y="1181100"/>
            <a:ext cx="3606701" cy="4800600"/>
          </a:xfrm>
          <a:prstGeom prst="rect">
            <a:avLst/>
          </a:prstGeom>
        </p:spPr>
      </p:pic>
      <p:pic>
        <p:nvPicPr>
          <p:cNvPr id="7" name="Image 5" descr="preencoded.png"/>
          <p:cNvPicPr>
            <a:picLocks noChangeAspect="1"/>
          </p:cNvPicPr>
          <p:nvPr/>
        </p:nvPicPr>
        <p:blipFill>
          <a:blip r:embed="rId8"/>
          <a:stretch>
            <a:fillRect/>
          </a:stretch>
        </p:blipFill>
        <p:spPr>
          <a:xfrm>
            <a:off x="647700" y="1371600"/>
            <a:ext cx="571500" cy="571500"/>
          </a:xfrm>
          <a:prstGeom prst="rect">
            <a:avLst/>
          </a:prstGeom>
        </p:spPr>
      </p:pic>
      <p:pic>
        <p:nvPicPr>
          <p:cNvPr id="8" name="Image 6" descr="preencoded.png"/>
          <p:cNvPicPr>
            <a:picLocks noChangeAspect="1"/>
          </p:cNvPicPr>
          <p:nvPr/>
        </p:nvPicPr>
        <p:blipFill>
          <a:blip r:embed="rId9"/>
          <a:stretch>
            <a:fillRect/>
          </a:stretch>
        </p:blipFill>
        <p:spPr>
          <a:xfrm>
            <a:off x="819150" y="1504950"/>
            <a:ext cx="228600" cy="304800"/>
          </a:xfrm>
          <a:prstGeom prst="rect">
            <a:avLst/>
          </a:prstGeom>
        </p:spPr>
      </p:pic>
      <p:pic>
        <p:nvPicPr>
          <p:cNvPr id="9" name="Image 7" descr="preencoded.png"/>
          <p:cNvPicPr>
            <a:picLocks noChangeAspect="1"/>
          </p:cNvPicPr>
          <p:nvPr/>
        </p:nvPicPr>
        <p:blipFill>
          <a:blip r:embed="rId10"/>
          <a:stretch>
            <a:fillRect/>
          </a:stretch>
        </p:blipFill>
        <p:spPr>
          <a:xfrm>
            <a:off x="647700" y="2133600"/>
            <a:ext cx="152400" cy="152400"/>
          </a:xfrm>
          <a:prstGeom prst="rect">
            <a:avLst/>
          </a:prstGeom>
        </p:spPr>
      </p:pic>
      <p:pic>
        <p:nvPicPr>
          <p:cNvPr id="10" name="Image 8" descr="preencoded.png"/>
          <p:cNvPicPr>
            <a:picLocks noChangeAspect="1"/>
          </p:cNvPicPr>
          <p:nvPr/>
        </p:nvPicPr>
        <p:blipFill>
          <a:blip r:embed="rId10"/>
          <a:stretch>
            <a:fillRect/>
          </a:stretch>
        </p:blipFill>
        <p:spPr>
          <a:xfrm>
            <a:off x="647700" y="2933700"/>
            <a:ext cx="152400" cy="152400"/>
          </a:xfrm>
          <a:prstGeom prst="rect">
            <a:avLst/>
          </a:prstGeom>
        </p:spPr>
      </p:pic>
      <p:pic>
        <p:nvPicPr>
          <p:cNvPr id="11" name="Image 9" descr="preencoded.png"/>
          <p:cNvPicPr>
            <a:picLocks noChangeAspect="1"/>
          </p:cNvPicPr>
          <p:nvPr/>
        </p:nvPicPr>
        <p:blipFill>
          <a:blip r:embed="rId10"/>
          <a:stretch>
            <a:fillRect/>
          </a:stretch>
        </p:blipFill>
        <p:spPr>
          <a:xfrm>
            <a:off x="647700" y="3505200"/>
            <a:ext cx="152400" cy="152400"/>
          </a:xfrm>
          <a:prstGeom prst="rect">
            <a:avLst/>
          </a:prstGeom>
        </p:spPr>
      </p:pic>
      <p:pic>
        <p:nvPicPr>
          <p:cNvPr id="12" name="Image 10" descr="preencoded.png"/>
          <p:cNvPicPr>
            <a:picLocks noChangeAspect="1"/>
          </p:cNvPicPr>
          <p:nvPr/>
        </p:nvPicPr>
        <p:blipFill>
          <a:blip r:embed="rId10"/>
          <a:stretch>
            <a:fillRect/>
          </a:stretch>
        </p:blipFill>
        <p:spPr>
          <a:xfrm>
            <a:off x="647700" y="4076700"/>
            <a:ext cx="152400" cy="152400"/>
          </a:xfrm>
          <a:prstGeom prst="rect">
            <a:avLst/>
          </a:prstGeom>
        </p:spPr>
      </p:pic>
      <p:pic>
        <p:nvPicPr>
          <p:cNvPr id="13" name="Image 11" descr="preencoded.png"/>
          <p:cNvPicPr>
            <a:picLocks noChangeAspect="1"/>
          </p:cNvPicPr>
          <p:nvPr/>
        </p:nvPicPr>
        <p:blipFill>
          <a:blip r:embed="rId11"/>
          <a:stretch>
            <a:fillRect/>
          </a:stretch>
        </p:blipFill>
        <p:spPr>
          <a:xfrm>
            <a:off x="647700" y="5715000"/>
            <a:ext cx="3225701" cy="76200"/>
          </a:xfrm>
          <a:prstGeom prst="rect">
            <a:avLst/>
          </a:prstGeom>
        </p:spPr>
      </p:pic>
      <p:pic>
        <p:nvPicPr>
          <p:cNvPr id="14" name="Image 12" descr="preencoded.png"/>
          <p:cNvPicPr>
            <a:picLocks noChangeAspect="1"/>
          </p:cNvPicPr>
          <p:nvPr/>
        </p:nvPicPr>
        <p:blipFill>
          <a:blip r:embed="rId12"/>
          <a:stretch>
            <a:fillRect/>
          </a:stretch>
        </p:blipFill>
        <p:spPr>
          <a:xfrm>
            <a:off x="647700" y="5715000"/>
            <a:ext cx="2903041" cy="76200"/>
          </a:xfrm>
          <a:prstGeom prst="rect">
            <a:avLst/>
          </a:prstGeom>
        </p:spPr>
      </p:pic>
      <p:pic>
        <p:nvPicPr>
          <p:cNvPr id="15" name="Image 13" descr="preencoded.png"/>
          <p:cNvPicPr>
            <a:picLocks noChangeAspect="1"/>
          </p:cNvPicPr>
          <p:nvPr/>
        </p:nvPicPr>
        <p:blipFill>
          <a:blip r:embed="rId13"/>
          <a:stretch>
            <a:fillRect/>
          </a:stretch>
        </p:blipFill>
        <p:spPr>
          <a:xfrm>
            <a:off x="4292501" y="1181100"/>
            <a:ext cx="3606850" cy="4800600"/>
          </a:xfrm>
          <a:prstGeom prst="rect">
            <a:avLst/>
          </a:prstGeom>
        </p:spPr>
      </p:pic>
      <p:pic>
        <p:nvPicPr>
          <p:cNvPr id="16" name="Image 14" descr="preencoded.png"/>
          <p:cNvPicPr>
            <a:picLocks noChangeAspect="1"/>
          </p:cNvPicPr>
          <p:nvPr/>
        </p:nvPicPr>
        <p:blipFill>
          <a:blip r:embed="rId14"/>
          <a:stretch>
            <a:fillRect/>
          </a:stretch>
        </p:blipFill>
        <p:spPr>
          <a:xfrm>
            <a:off x="4483001" y="1390650"/>
            <a:ext cx="402134" cy="571500"/>
          </a:xfrm>
          <a:prstGeom prst="rect">
            <a:avLst/>
          </a:prstGeom>
        </p:spPr>
      </p:pic>
      <p:pic>
        <p:nvPicPr>
          <p:cNvPr id="17" name="Image 15" descr="preencoded.png"/>
          <p:cNvPicPr>
            <a:picLocks noChangeAspect="1"/>
          </p:cNvPicPr>
          <p:nvPr/>
        </p:nvPicPr>
        <p:blipFill>
          <a:blip r:embed="rId15"/>
          <a:stretch>
            <a:fillRect/>
          </a:stretch>
        </p:blipFill>
        <p:spPr>
          <a:xfrm>
            <a:off x="4598343" y="1524000"/>
            <a:ext cx="171450" cy="304800"/>
          </a:xfrm>
          <a:prstGeom prst="rect">
            <a:avLst/>
          </a:prstGeom>
        </p:spPr>
      </p:pic>
      <p:pic>
        <p:nvPicPr>
          <p:cNvPr id="18" name="Image 16" descr="preencoded.png"/>
          <p:cNvPicPr>
            <a:picLocks noChangeAspect="1"/>
          </p:cNvPicPr>
          <p:nvPr/>
        </p:nvPicPr>
        <p:blipFill>
          <a:blip r:embed="rId10"/>
          <a:stretch>
            <a:fillRect/>
          </a:stretch>
        </p:blipFill>
        <p:spPr>
          <a:xfrm>
            <a:off x="4483001" y="2171700"/>
            <a:ext cx="152400" cy="152400"/>
          </a:xfrm>
          <a:prstGeom prst="rect">
            <a:avLst/>
          </a:prstGeom>
        </p:spPr>
      </p:pic>
      <p:pic>
        <p:nvPicPr>
          <p:cNvPr id="19" name="Image 17" descr="preencoded.png"/>
          <p:cNvPicPr>
            <a:picLocks noChangeAspect="1"/>
          </p:cNvPicPr>
          <p:nvPr/>
        </p:nvPicPr>
        <p:blipFill>
          <a:blip r:embed="rId10"/>
          <a:stretch>
            <a:fillRect/>
          </a:stretch>
        </p:blipFill>
        <p:spPr>
          <a:xfrm>
            <a:off x="4483001" y="2743200"/>
            <a:ext cx="152400" cy="152400"/>
          </a:xfrm>
          <a:prstGeom prst="rect">
            <a:avLst/>
          </a:prstGeom>
        </p:spPr>
      </p:pic>
      <p:pic>
        <p:nvPicPr>
          <p:cNvPr id="20" name="Image 18" descr="preencoded.png"/>
          <p:cNvPicPr>
            <a:picLocks noChangeAspect="1"/>
          </p:cNvPicPr>
          <p:nvPr/>
        </p:nvPicPr>
        <p:blipFill>
          <a:blip r:embed="rId10"/>
          <a:stretch>
            <a:fillRect/>
          </a:stretch>
        </p:blipFill>
        <p:spPr>
          <a:xfrm>
            <a:off x="4483001" y="3314700"/>
            <a:ext cx="152400" cy="152400"/>
          </a:xfrm>
          <a:prstGeom prst="rect">
            <a:avLst/>
          </a:prstGeom>
        </p:spPr>
      </p:pic>
      <p:pic>
        <p:nvPicPr>
          <p:cNvPr id="21" name="Image 19" descr="preencoded.png"/>
          <p:cNvPicPr>
            <a:picLocks noChangeAspect="1"/>
          </p:cNvPicPr>
          <p:nvPr/>
        </p:nvPicPr>
        <p:blipFill>
          <a:blip r:embed="rId10"/>
          <a:stretch>
            <a:fillRect/>
          </a:stretch>
        </p:blipFill>
        <p:spPr>
          <a:xfrm>
            <a:off x="4483001" y="3886200"/>
            <a:ext cx="152400" cy="152400"/>
          </a:xfrm>
          <a:prstGeom prst="rect">
            <a:avLst/>
          </a:prstGeom>
        </p:spPr>
      </p:pic>
      <p:pic>
        <p:nvPicPr>
          <p:cNvPr id="22" name="Image 20" descr="preencoded.png"/>
          <p:cNvPicPr>
            <a:picLocks noChangeAspect="1"/>
          </p:cNvPicPr>
          <p:nvPr/>
        </p:nvPicPr>
        <p:blipFill>
          <a:blip r:embed="rId16"/>
          <a:stretch>
            <a:fillRect/>
          </a:stretch>
        </p:blipFill>
        <p:spPr>
          <a:xfrm>
            <a:off x="4483001" y="5715000"/>
            <a:ext cx="3225850" cy="76200"/>
          </a:xfrm>
          <a:prstGeom prst="rect">
            <a:avLst/>
          </a:prstGeom>
        </p:spPr>
      </p:pic>
      <p:pic>
        <p:nvPicPr>
          <p:cNvPr id="23" name="Image 21" descr="preencoded.png"/>
          <p:cNvPicPr>
            <a:picLocks noChangeAspect="1"/>
          </p:cNvPicPr>
          <p:nvPr/>
        </p:nvPicPr>
        <p:blipFill>
          <a:blip r:embed="rId17"/>
          <a:stretch>
            <a:fillRect/>
          </a:stretch>
        </p:blipFill>
        <p:spPr>
          <a:xfrm>
            <a:off x="4483001" y="5715000"/>
            <a:ext cx="2419350" cy="76200"/>
          </a:xfrm>
          <a:prstGeom prst="rect">
            <a:avLst/>
          </a:prstGeom>
        </p:spPr>
      </p:pic>
      <p:pic>
        <p:nvPicPr>
          <p:cNvPr id="24" name="Image 22" descr="preencoded.png"/>
          <p:cNvPicPr>
            <a:picLocks noChangeAspect="1"/>
          </p:cNvPicPr>
          <p:nvPr/>
        </p:nvPicPr>
        <p:blipFill>
          <a:blip r:embed="rId18"/>
          <a:stretch>
            <a:fillRect/>
          </a:stretch>
        </p:blipFill>
        <p:spPr>
          <a:xfrm>
            <a:off x="8127950" y="1181100"/>
            <a:ext cx="3606701" cy="4800600"/>
          </a:xfrm>
          <a:prstGeom prst="rect">
            <a:avLst/>
          </a:prstGeom>
        </p:spPr>
      </p:pic>
      <p:pic>
        <p:nvPicPr>
          <p:cNvPr id="25" name="Image 23" descr="preencoded.png"/>
          <p:cNvPicPr>
            <a:picLocks noChangeAspect="1"/>
          </p:cNvPicPr>
          <p:nvPr/>
        </p:nvPicPr>
        <p:blipFill>
          <a:blip r:embed="rId19"/>
          <a:stretch>
            <a:fillRect/>
          </a:stretch>
        </p:blipFill>
        <p:spPr>
          <a:xfrm>
            <a:off x="8318450" y="1390650"/>
            <a:ext cx="458986" cy="571500"/>
          </a:xfrm>
          <a:prstGeom prst="rect">
            <a:avLst/>
          </a:prstGeom>
        </p:spPr>
      </p:pic>
      <p:pic>
        <p:nvPicPr>
          <p:cNvPr id="26" name="Image 24" descr="preencoded.png"/>
          <p:cNvPicPr>
            <a:picLocks noChangeAspect="1"/>
          </p:cNvPicPr>
          <p:nvPr/>
        </p:nvPicPr>
        <p:blipFill>
          <a:blip r:embed="rId20"/>
          <a:stretch>
            <a:fillRect/>
          </a:stretch>
        </p:blipFill>
        <p:spPr>
          <a:xfrm>
            <a:off x="8433643" y="1524000"/>
            <a:ext cx="228600" cy="304800"/>
          </a:xfrm>
          <a:prstGeom prst="rect">
            <a:avLst/>
          </a:prstGeom>
        </p:spPr>
      </p:pic>
      <p:pic>
        <p:nvPicPr>
          <p:cNvPr id="27" name="Image 25" descr="preencoded.png"/>
          <p:cNvPicPr>
            <a:picLocks noChangeAspect="1"/>
          </p:cNvPicPr>
          <p:nvPr/>
        </p:nvPicPr>
        <p:blipFill>
          <a:blip r:embed="rId10"/>
          <a:stretch>
            <a:fillRect/>
          </a:stretch>
        </p:blipFill>
        <p:spPr>
          <a:xfrm>
            <a:off x="8318450" y="2171700"/>
            <a:ext cx="152400" cy="152400"/>
          </a:xfrm>
          <a:prstGeom prst="rect">
            <a:avLst/>
          </a:prstGeom>
        </p:spPr>
      </p:pic>
      <p:pic>
        <p:nvPicPr>
          <p:cNvPr id="28" name="Image 26" descr="preencoded.png"/>
          <p:cNvPicPr>
            <a:picLocks noChangeAspect="1"/>
          </p:cNvPicPr>
          <p:nvPr/>
        </p:nvPicPr>
        <p:blipFill>
          <a:blip r:embed="rId10"/>
          <a:stretch>
            <a:fillRect/>
          </a:stretch>
        </p:blipFill>
        <p:spPr>
          <a:xfrm>
            <a:off x="8318450" y="2743200"/>
            <a:ext cx="152400" cy="152400"/>
          </a:xfrm>
          <a:prstGeom prst="rect">
            <a:avLst/>
          </a:prstGeom>
        </p:spPr>
      </p:pic>
      <p:pic>
        <p:nvPicPr>
          <p:cNvPr id="29" name="Image 27" descr="preencoded.png"/>
          <p:cNvPicPr>
            <a:picLocks noChangeAspect="1"/>
          </p:cNvPicPr>
          <p:nvPr/>
        </p:nvPicPr>
        <p:blipFill>
          <a:blip r:embed="rId10"/>
          <a:stretch>
            <a:fillRect/>
          </a:stretch>
        </p:blipFill>
        <p:spPr>
          <a:xfrm>
            <a:off x="8318450" y="3314700"/>
            <a:ext cx="152400" cy="152400"/>
          </a:xfrm>
          <a:prstGeom prst="rect">
            <a:avLst/>
          </a:prstGeom>
        </p:spPr>
      </p:pic>
      <p:pic>
        <p:nvPicPr>
          <p:cNvPr id="30" name="Image 28" descr="preencoded.png"/>
          <p:cNvPicPr>
            <a:picLocks noChangeAspect="1"/>
          </p:cNvPicPr>
          <p:nvPr/>
        </p:nvPicPr>
        <p:blipFill>
          <a:blip r:embed="rId10"/>
          <a:stretch>
            <a:fillRect/>
          </a:stretch>
        </p:blipFill>
        <p:spPr>
          <a:xfrm>
            <a:off x="8318450" y="3886200"/>
            <a:ext cx="152400" cy="152400"/>
          </a:xfrm>
          <a:prstGeom prst="rect">
            <a:avLst/>
          </a:prstGeom>
        </p:spPr>
      </p:pic>
      <p:pic>
        <p:nvPicPr>
          <p:cNvPr id="31" name="Image 29" descr="preencoded.png"/>
          <p:cNvPicPr>
            <a:picLocks noChangeAspect="1"/>
          </p:cNvPicPr>
          <p:nvPr/>
        </p:nvPicPr>
        <p:blipFill>
          <a:blip r:embed="rId21"/>
          <a:stretch>
            <a:fillRect/>
          </a:stretch>
        </p:blipFill>
        <p:spPr>
          <a:xfrm>
            <a:off x="8318450" y="5715000"/>
            <a:ext cx="3225701" cy="76200"/>
          </a:xfrm>
          <a:prstGeom prst="rect">
            <a:avLst/>
          </a:prstGeom>
        </p:spPr>
      </p:pic>
      <p:pic>
        <p:nvPicPr>
          <p:cNvPr id="32" name="Image 30" descr="preencoded.png"/>
          <p:cNvPicPr>
            <a:picLocks noChangeAspect="1"/>
          </p:cNvPicPr>
          <p:nvPr/>
        </p:nvPicPr>
        <p:blipFill>
          <a:blip r:embed="rId22"/>
          <a:stretch>
            <a:fillRect/>
          </a:stretch>
        </p:blipFill>
        <p:spPr>
          <a:xfrm>
            <a:off x="8318450" y="5715000"/>
            <a:ext cx="1935361" cy="76200"/>
          </a:xfrm>
          <a:prstGeom prst="rect">
            <a:avLst/>
          </a:prstGeom>
        </p:spPr>
      </p:pic>
      <p:pic>
        <p:nvPicPr>
          <p:cNvPr id="33" name="Image 31" descr="preencoded.png"/>
          <p:cNvPicPr>
            <a:picLocks noChangeAspect="1"/>
          </p:cNvPicPr>
          <p:nvPr/>
        </p:nvPicPr>
        <p:blipFill>
          <a:blip r:embed="rId23"/>
          <a:stretch>
            <a:fillRect/>
          </a:stretch>
        </p:blipFill>
        <p:spPr>
          <a:xfrm>
            <a:off x="0" y="6781800"/>
            <a:ext cx="12192000" cy="76200"/>
          </a:xfrm>
          <a:prstGeom prst="rect">
            <a:avLst/>
          </a:prstGeom>
        </p:spPr>
      </p:pic>
      <p:sp>
        <p:nvSpPr>
          <p:cNvPr id="34"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Hướng </a:t>
            </a:r>
            <a:r>
              <a:rPr lang="en-US" sz="2700" b="1" dirty="0">
                <a:solidFill>
                  <a:srgbClr val="FF7F50"/>
                </a:solidFill>
                <a:latin typeface="ui-sans-serif" pitchFamily="34" charset="0"/>
                <a:ea typeface="ui-sans-serif" pitchFamily="34" charset="-122"/>
                <a:cs typeface="ui-sans-serif" pitchFamily="34" charset="-120"/>
              </a:rPr>
              <a:t>phát triển</a:t>
            </a:r>
            <a:endParaRPr lang="en-US" sz="2700" dirty="0"/>
          </a:p>
        </p:txBody>
      </p:sp>
      <p:sp>
        <p:nvSpPr>
          <p:cNvPr id="35" name="Text 1"/>
          <p:cNvSpPr/>
          <p:nvPr/>
        </p:nvSpPr>
        <p:spPr>
          <a:xfrm>
            <a:off x="1371600" y="1504950"/>
            <a:ext cx="2723019"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Cải thiện mô hình</a:t>
            </a:r>
            <a:endParaRPr lang="en-US" sz="1800" dirty="0"/>
          </a:p>
        </p:txBody>
      </p:sp>
      <p:sp>
        <p:nvSpPr>
          <p:cNvPr id="36" name="Text 2"/>
          <p:cNvSpPr/>
          <p:nvPr/>
        </p:nvSpPr>
        <p:spPr>
          <a:xfrm>
            <a:off x="876300" y="2095500"/>
            <a:ext cx="2997101" cy="6858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Sử dụng học chuyển giao (Transfer Learning) với các kiến trúc CNN đã huấn luyện trước</a:t>
            </a:r>
            <a:endParaRPr lang="en-US" sz="1200" dirty="0"/>
          </a:p>
        </p:txBody>
      </p:sp>
      <p:sp>
        <p:nvSpPr>
          <p:cNvPr id="37" name="Text 3"/>
          <p:cNvSpPr/>
          <p:nvPr/>
        </p:nvSpPr>
        <p:spPr>
          <a:xfrm>
            <a:off x="876300" y="2895600"/>
            <a:ext cx="29971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Tận dụng kiến thức đã học từ các tập dữ liệu lớn như ImageNet</a:t>
            </a:r>
            <a:endParaRPr lang="en-US" sz="1200" dirty="0"/>
          </a:p>
        </p:txBody>
      </p:sp>
      <p:sp>
        <p:nvSpPr>
          <p:cNvPr id="38" name="Text 4"/>
          <p:cNvSpPr/>
          <p:nvPr/>
        </p:nvSpPr>
        <p:spPr>
          <a:xfrm>
            <a:off x="876300" y="3467100"/>
            <a:ext cx="29971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Áp dụng các kỹ thuật tăng cường dữ liệu nâng cao (Mixup, CutMix, GANs)</a:t>
            </a:r>
            <a:endParaRPr lang="en-US" sz="1200" dirty="0"/>
          </a:p>
        </p:txBody>
      </p:sp>
      <p:sp>
        <p:nvSpPr>
          <p:cNvPr id="39" name="Text 5"/>
          <p:cNvSpPr/>
          <p:nvPr/>
        </p:nvSpPr>
        <p:spPr>
          <a:xfrm>
            <a:off x="876300" y="4038600"/>
            <a:ext cx="29971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Thử nghiệm phương pháp Ensemble để kết hợp nhiều mô hình</a:t>
            </a:r>
            <a:endParaRPr lang="en-US" sz="1200" dirty="0"/>
          </a:p>
        </p:txBody>
      </p:sp>
      <p:sp>
        <p:nvSpPr>
          <p:cNvPr id="40" name="Text 6"/>
          <p:cNvSpPr/>
          <p:nvPr/>
        </p:nvSpPr>
        <p:spPr>
          <a:xfrm>
            <a:off x="647700" y="5486400"/>
            <a:ext cx="322570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Mức độ ưu tiên</a:t>
            </a:r>
            <a:endParaRPr lang="en-US" sz="1050" dirty="0"/>
          </a:p>
        </p:txBody>
      </p:sp>
      <p:sp>
        <p:nvSpPr>
          <p:cNvPr id="41" name="Text 7"/>
          <p:cNvSpPr/>
          <p:nvPr/>
        </p:nvSpPr>
        <p:spPr>
          <a:xfrm>
            <a:off x="5037534" y="1371600"/>
            <a:ext cx="2671316"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Nâng cấp phân tích âm thanh</a:t>
            </a:r>
            <a:endParaRPr lang="en-US" sz="1800" dirty="0"/>
          </a:p>
        </p:txBody>
      </p:sp>
      <p:sp>
        <p:nvSpPr>
          <p:cNvPr id="42" name="Text 8"/>
          <p:cNvSpPr/>
          <p:nvPr/>
        </p:nvSpPr>
        <p:spPr>
          <a:xfrm>
            <a:off x="4711601" y="2133600"/>
            <a:ext cx="29972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Thay thế phương pháp heuristic bằng mô hình học máy hoàn chỉnh</a:t>
            </a:r>
            <a:endParaRPr lang="en-US" sz="1200" dirty="0"/>
          </a:p>
        </p:txBody>
      </p:sp>
      <p:sp>
        <p:nvSpPr>
          <p:cNvPr id="43" name="Text 9"/>
          <p:cNvSpPr/>
          <p:nvPr/>
        </p:nvSpPr>
        <p:spPr>
          <a:xfrm>
            <a:off x="4711601" y="2705100"/>
            <a:ext cx="29972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Sử dụng Mel-spectrogram kết hợp với CNN để trích xuất đặc trưng</a:t>
            </a:r>
            <a:endParaRPr lang="en-US" sz="1200" dirty="0"/>
          </a:p>
        </p:txBody>
      </p:sp>
      <p:sp>
        <p:nvSpPr>
          <p:cNvPr id="44" name="Text 10"/>
          <p:cNvSpPr/>
          <p:nvPr/>
        </p:nvSpPr>
        <p:spPr>
          <a:xfrm>
            <a:off x="4711601" y="3276600"/>
            <a:ext cx="29972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Áp dụng mô hình LSTM/RNN để xử lý chuỗi đặc trưng âm thanh</a:t>
            </a:r>
            <a:endParaRPr lang="en-US" sz="1200" dirty="0"/>
          </a:p>
        </p:txBody>
      </p:sp>
      <p:sp>
        <p:nvSpPr>
          <p:cNvPr id="45" name="Text 11"/>
          <p:cNvSpPr/>
          <p:nvPr/>
        </p:nvSpPr>
        <p:spPr>
          <a:xfrm>
            <a:off x="4711601" y="3848100"/>
            <a:ext cx="29972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Phân tích kết hợp các đặc trưng ngữ điệu (prosody)</a:t>
            </a:r>
            <a:endParaRPr lang="en-US" sz="1200" dirty="0"/>
          </a:p>
        </p:txBody>
      </p:sp>
      <p:sp>
        <p:nvSpPr>
          <p:cNvPr id="46" name="Text 12"/>
          <p:cNvSpPr/>
          <p:nvPr/>
        </p:nvSpPr>
        <p:spPr>
          <a:xfrm>
            <a:off x="4483001" y="5486400"/>
            <a:ext cx="322585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Mức độ ưu tiên</a:t>
            </a:r>
            <a:endParaRPr lang="en-US" sz="1050" dirty="0"/>
          </a:p>
        </p:txBody>
      </p:sp>
      <p:sp>
        <p:nvSpPr>
          <p:cNvPr id="47" name="Text 13"/>
          <p:cNvSpPr/>
          <p:nvPr/>
        </p:nvSpPr>
        <p:spPr>
          <a:xfrm>
            <a:off x="8929836" y="1371600"/>
            <a:ext cx="2614315" cy="6096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Mở rộng chức năng UI/UX</a:t>
            </a:r>
            <a:endParaRPr lang="en-US" sz="1800" dirty="0"/>
          </a:p>
        </p:txBody>
      </p:sp>
      <p:sp>
        <p:nvSpPr>
          <p:cNvPr id="48" name="Text 14"/>
          <p:cNvSpPr/>
          <p:nvPr/>
        </p:nvSpPr>
        <p:spPr>
          <a:xfrm>
            <a:off x="8547050" y="2133600"/>
            <a:ext cx="29971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Hiển thị biểu đồ cảm xúc theo thời gian</a:t>
            </a:r>
            <a:endParaRPr lang="en-US" sz="1200" dirty="0"/>
          </a:p>
        </p:txBody>
      </p:sp>
      <p:sp>
        <p:nvSpPr>
          <p:cNvPr id="49" name="Text 15"/>
          <p:cNvSpPr/>
          <p:nvPr/>
        </p:nvSpPr>
        <p:spPr>
          <a:xfrm>
            <a:off x="8547050" y="2705100"/>
            <a:ext cx="29971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Chức năng xuất báo cáo tổng hợp dữ liệu cảm xúc</a:t>
            </a:r>
            <a:endParaRPr lang="en-US" sz="1200" dirty="0"/>
          </a:p>
        </p:txBody>
      </p:sp>
      <p:sp>
        <p:nvSpPr>
          <p:cNvPr id="50" name="Text 16"/>
          <p:cNvSpPr/>
          <p:nvPr/>
        </p:nvSpPr>
        <p:spPr>
          <a:xfrm>
            <a:off x="8547050" y="3276600"/>
            <a:ext cx="29971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Hỗ trợ nhận diện nhiều khuôn mặt cùng lúc</a:t>
            </a:r>
            <a:endParaRPr lang="en-US" sz="1200" dirty="0"/>
          </a:p>
        </p:txBody>
      </p:sp>
      <p:sp>
        <p:nvSpPr>
          <p:cNvPr id="51" name="Text 17"/>
          <p:cNvSpPr/>
          <p:nvPr/>
        </p:nvSpPr>
        <p:spPr>
          <a:xfrm>
            <a:off x="8547050" y="3848100"/>
            <a:ext cx="2997101"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Tích hợp với backend hoàn chỉnh để quản lý người dùng và lưu trữ dữ liệu</a:t>
            </a:r>
            <a:endParaRPr lang="en-US" sz="1200" dirty="0"/>
          </a:p>
        </p:txBody>
      </p:sp>
      <p:sp>
        <p:nvSpPr>
          <p:cNvPr id="52" name="Text 18"/>
          <p:cNvSpPr/>
          <p:nvPr/>
        </p:nvSpPr>
        <p:spPr>
          <a:xfrm>
            <a:off x="8318450" y="5486400"/>
            <a:ext cx="322570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Mức độ ưu tiên</a:t>
            </a:r>
            <a:endParaRPr lang="en-US" sz="1050" dirty="0"/>
          </a:p>
        </p:txBody>
      </p:sp>
      <p:sp>
        <p:nvSpPr>
          <p:cNvPr id="53" name="Text 19"/>
          <p:cNvSpPr/>
          <p:nvPr/>
        </p:nvSpPr>
        <p:spPr>
          <a:xfrm>
            <a:off x="457200" y="6210300"/>
            <a:ext cx="1426964"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11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1000"/>
                                        <p:tgtEl>
                                          <p:spTgt spid="35"/>
                                        </p:tgtEl>
                                      </p:cBhvr>
                                    </p:animEffect>
                                    <p:anim calcmode="lin" valueType="num">
                                      <p:cBhvr>
                                        <p:cTn id="18" dur="1000" fill="hold"/>
                                        <p:tgtEl>
                                          <p:spTgt spid="35"/>
                                        </p:tgtEl>
                                        <p:attrNameLst>
                                          <p:attrName>ppt_x</p:attrName>
                                        </p:attrNameLst>
                                      </p:cBhvr>
                                      <p:tavLst>
                                        <p:tav tm="0">
                                          <p:val>
                                            <p:strVal val="#ppt_x"/>
                                          </p:val>
                                        </p:tav>
                                        <p:tav tm="100000">
                                          <p:val>
                                            <p:strVal val="#ppt_x"/>
                                          </p:val>
                                        </p:tav>
                                      </p:tavLst>
                                    </p:anim>
                                    <p:anim calcmode="lin" valueType="num">
                                      <p:cBhvr>
                                        <p:cTn id="19" dur="1000" fill="hold"/>
                                        <p:tgtEl>
                                          <p:spTgt spid="3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1000"/>
                                        <p:tgtEl>
                                          <p:spTgt spid="36"/>
                                        </p:tgtEl>
                                      </p:cBhvr>
                                    </p:animEffect>
                                    <p:anim calcmode="lin" valueType="num">
                                      <p:cBhvr>
                                        <p:cTn id="35" dur="1000" fill="hold"/>
                                        <p:tgtEl>
                                          <p:spTgt spid="36"/>
                                        </p:tgtEl>
                                        <p:attrNameLst>
                                          <p:attrName>ppt_x</p:attrName>
                                        </p:attrNameLst>
                                      </p:cBhvr>
                                      <p:tavLst>
                                        <p:tav tm="0">
                                          <p:val>
                                            <p:strVal val="#ppt_x"/>
                                          </p:val>
                                        </p:tav>
                                        <p:tav tm="100000">
                                          <p:val>
                                            <p:strVal val="#ppt_x"/>
                                          </p:val>
                                        </p:tav>
                                      </p:tavLst>
                                    </p:anim>
                                    <p:anim calcmode="lin" valueType="num">
                                      <p:cBhvr>
                                        <p:cTn id="36" dur="1000" fill="hold"/>
                                        <p:tgtEl>
                                          <p:spTgt spid="36"/>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1000"/>
                                        <p:tgtEl>
                                          <p:spTgt spid="37"/>
                                        </p:tgtEl>
                                      </p:cBhvr>
                                    </p:animEffect>
                                    <p:anim calcmode="lin" valueType="num">
                                      <p:cBhvr>
                                        <p:cTn id="47" dur="1000" fill="hold"/>
                                        <p:tgtEl>
                                          <p:spTgt spid="37"/>
                                        </p:tgtEl>
                                        <p:attrNameLst>
                                          <p:attrName>ppt_x</p:attrName>
                                        </p:attrNameLst>
                                      </p:cBhvr>
                                      <p:tavLst>
                                        <p:tav tm="0">
                                          <p:val>
                                            <p:strVal val="#ppt_x"/>
                                          </p:val>
                                        </p:tav>
                                        <p:tav tm="100000">
                                          <p:val>
                                            <p:strVal val="#ppt_x"/>
                                          </p:val>
                                        </p:tav>
                                      </p:tavLst>
                                    </p:anim>
                                    <p:anim calcmode="lin" valueType="num">
                                      <p:cBhvr>
                                        <p:cTn id="48" dur="1000" fill="hold"/>
                                        <p:tgtEl>
                                          <p:spTgt spid="37"/>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1000"/>
                                        <p:tgtEl>
                                          <p:spTgt spid="10"/>
                                        </p:tgtEl>
                                      </p:cBhvr>
                                    </p:animEffect>
                                    <p:anim calcmode="lin" valueType="num">
                                      <p:cBhvr>
                                        <p:cTn id="52" dur="1000" fill="hold"/>
                                        <p:tgtEl>
                                          <p:spTgt spid="10"/>
                                        </p:tgtEl>
                                        <p:attrNameLst>
                                          <p:attrName>ppt_x</p:attrName>
                                        </p:attrNameLst>
                                      </p:cBhvr>
                                      <p:tavLst>
                                        <p:tav tm="0">
                                          <p:val>
                                            <p:strVal val="#ppt_x"/>
                                          </p:val>
                                        </p:tav>
                                        <p:tav tm="100000">
                                          <p:val>
                                            <p:strVal val="#ppt_x"/>
                                          </p:val>
                                        </p:tav>
                                      </p:tavLst>
                                    </p:anim>
                                    <p:anim calcmode="lin" valueType="num">
                                      <p:cBhvr>
                                        <p:cTn id="5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1000"/>
                                        <p:tgtEl>
                                          <p:spTgt spid="38"/>
                                        </p:tgtEl>
                                      </p:cBhvr>
                                    </p:animEffect>
                                    <p:anim calcmode="lin" valueType="num">
                                      <p:cBhvr>
                                        <p:cTn id="59" dur="1000" fill="hold"/>
                                        <p:tgtEl>
                                          <p:spTgt spid="38"/>
                                        </p:tgtEl>
                                        <p:attrNameLst>
                                          <p:attrName>ppt_x</p:attrName>
                                        </p:attrNameLst>
                                      </p:cBhvr>
                                      <p:tavLst>
                                        <p:tav tm="0">
                                          <p:val>
                                            <p:strVal val="#ppt_x"/>
                                          </p:val>
                                        </p:tav>
                                        <p:tav tm="100000">
                                          <p:val>
                                            <p:strVal val="#ppt_x"/>
                                          </p:val>
                                        </p:tav>
                                      </p:tavLst>
                                    </p:anim>
                                    <p:anim calcmode="lin" valueType="num">
                                      <p:cBhvr>
                                        <p:cTn id="60" dur="1000" fill="hold"/>
                                        <p:tgtEl>
                                          <p:spTgt spid="38"/>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1000"/>
                                        <p:tgtEl>
                                          <p:spTgt spid="39"/>
                                        </p:tgtEl>
                                      </p:cBhvr>
                                    </p:animEffect>
                                    <p:anim calcmode="lin" valueType="num">
                                      <p:cBhvr>
                                        <p:cTn id="71" dur="1000" fill="hold"/>
                                        <p:tgtEl>
                                          <p:spTgt spid="39"/>
                                        </p:tgtEl>
                                        <p:attrNameLst>
                                          <p:attrName>ppt_x</p:attrName>
                                        </p:attrNameLst>
                                      </p:cBhvr>
                                      <p:tavLst>
                                        <p:tav tm="0">
                                          <p:val>
                                            <p:strVal val="#ppt_x"/>
                                          </p:val>
                                        </p:tav>
                                        <p:tav tm="100000">
                                          <p:val>
                                            <p:strVal val="#ppt_x"/>
                                          </p:val>
                                        </p:tav>
                                      </p:tavLst>
                                    </p:anim>
                                    <p:anim calcmode="lin" valueType="num">
                                      <p:cBhvr>
                                        <p:cTn id="72" dur="1000" fill="hold"/>
                                        <p:tgtEl>
                                          <p:spTgt spid="39"/>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1000"/>
                                        <p:tgtEl>
                                          <p:spTgt spid="12"/>
                                        </p:tgtEl>
                                      </p:cBhvr>
                                    </p:animEffect>
                                    <p:anim calcmode="lin" valueType="num">
                                      <p:cBhvr>
                                        <p:cTn id="76" dur="1000" fill="hold"/>
                                        <p:tgtEl>
                                          <p:spTgt spid="12"/>
                                        </p:tgtEl>
                                        <p:attrNameLst>
                                          <p:attrName>ppt_x</p:attrName>
                                        </p:attrNameLst>
                                      </p:cBhvr>
                                      <p:tavLst>
                                        <p:tav tm="0">
                                          <p:val>
                                            <p:strVal val="#ppt_x"/>
                                          </p:val>
                                        </p:tav>
                                        <p:tav tm="100000">
                                          <p:val>
                                            <p:strVal val="#ppt_x"/>
                                          </p:val>
                                        </p:tav>
                                      </p:tavLst>
                                    </p:anim>
                                    <p:anim calcmode="lin" valueType="num">
                                      <p:cBhvr>
                                        <p:cTn id="7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40"/>
                                        </p:tgtEl>
                                        <p:attrNameLst>
                                          <p:attrName>style.visibility</p:attrName>
                                        </p:attrNameLst>
                                      </p:cBhvr>
                                      <p:to>
                                        <p:strVal val="visible"/>
                                      </p:to>
                                    </p:set>
                                    <p:animEffect transition="in" filter="fade">
                                      <p:cBhvr>
                                        <p:cTn id="82" dur="1000"/>
                                        <p:tgtEl>
                                          <p:spTgt spid="40"/>
                                        </p:tgtEl>
                                      </p:cBhvr>
                                    </p:animEffect>
                                    <p:anim calcmode="lin" valueType="num">
                                      <p:cBhvr>
                                        <p:cTn id="83" dur="1000" fill="hold"/>
                                        <p:tgtEl>
                                          <p:spTgt spid="40"/>
                                        </p:tgtEl>
                                        <p:attrNameLst>
                                          <p:attrName>ppt_x</p:attrName>
                                        </p:attrNameLst>
                                      </p:cBhvr>
                                      <p:tavLst>
                                        <p:tav tm="0">
                                          <p:val>
                                            <p:strVal val="#ppt_x"/>
                                          </p:val>
                                        </p:tav>
                                        <p:tav tm="100000">
                                          <p:val>
                                            <p:strVal val="#ppt_x"/>
                                          </p:val>
                                        </p:tav>
                                      </p:tavLst>
                                    </p:anim>
                                    <p:anim calcmode="lin" valueType="num">
                                      <p:cBhvr>
                                        <p:cTn id="84" dur="1000" fill="hold"/>
                                        <p:tgtEl>
                                          <p:spTgt spid="40"/>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fade">
                                      <p:cBhvr>
                                        <p:cTn id="87" dur="1000"/>
                                        <p:tgtEl>
                                          <p:spTgt spid="14"/>
                                        </p:tgtEl>
                                      </p:cBhvr>
                                    </p:animEffect>
                                    <p:anim calcmode="lin" valueType="num">
                                      <p:cBhvr>
                                        <p:cTn id="88" dur="1000" fill="hold"/>
                                        <p:tgtEl>
                                          <p:spTgt spid="14"/>
                                        </p:tgtEl>
                                        <p:attrNameLst>
                                          <p:attrName>ppt_x</p:attrName>
                                        </p:attrNameLst>
                                      </p:cBhvr>
                                      <p:tavLst>
                                        <p:tav tm="0">
                                          <p:val>
                                            <p:strVal val="#ppt_x"/>
                                          </p:val>
                                        </p:tav>
                                        <p:tav tm="100000">
                                          <p:val>
                                            <p:strVal val="#ppt_x"/>
                                          </p:val>
                                        </p:tav>
                                      </p:tavLst>
                                    </p:anim>
                                    <p:anim calcmode="lin" valueType="num">
                                      <p:cBhvr>
                                        <p:cTn id="8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2"/>
                                        </p:tgtEl>
                                        <p:attrNameLst>
                                          <p:attrName>style.visibility</p:attrName>
                                        </p:attrNameLst>
                                      </p:cBhvr>
                                      <p:to>
                                        <p:strVal val="visible"/>
                                      </p:to>
                                    </p:set>
                                    <p:animEffect transition="in" filter="fade">
                                      <p:cBhvr>
                                        <p:cTn id="94" dur="1000"/>
                                        <p:tgtEl>
                                          <p:spTgt spid="2"/>
                                        </p:tgtEl>
                                      </p:cBhvr>
                                    </p:animEffect>
                                    <p:anim calcmode="lin" valueType="num">
                                      <p:cBhvr>
                                        <p:cTn id="95" dur="1000" fill="hold"/>
                                        <p:tgtEl>
                                          <p:spTgt spid="2"/>
                                        </p:tgtEl>
                                        <p:attrNameLst>
                                          <p:attrName>ppt_x</p:attrName>
                                        </p:attrNameLst>
                                      </p:cBhvr>
                                      <p:tavLst>
                                        <p:tav tm="0">
                                          <p:val>
                                            <p:strVal val="#ppt_x"/>
                                          </p:val>
                                        </p:tav>
                                        <p:tav tm="100000">
                                          <p:val>
                                            <p:strVal val="#ppt_x"/>
                                          </p:val>
                                        </p:tav>
                                      </p:tavLst>
                                    </p:anim>
                                    <p:anim calcmode="lin" valueType="num">
                                      <p:cBhvr>
                                        <p:cTn id="96" dur="1000" fill="hold"/>
                                        <p:tgtEl>
                                          <p:spTgt spid="2"/>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fade">
                                      <p:cBhvr>
                                        <p:cTn id="99" dur="1000"/>
                                        <p:tgtEl>
                                          <p:spTgt spid="15"/>
                                        </p:tgtEl>
                                      </p:cBhvr>
                                    </p:animEffect>
                                    <p:anim calcmode="lin" valueType="num">
                                      <p:cBhvr>
                                        <p:cTn id="100" dur="1000" fill="hold"/>
                                        <p:tgtEl>
                                          <p:spTgt spid="15"/>
                                        </p:tgtEl>
                                        <p:attrNameLst>
                                          <p:attrName>ppt_x</p:attrName>
                                        </p:attrNameLst>
                                      </p:cBhvr>
                                      <p:tavLst>
                                        <p:tav tm="0">
                                          <p:val>
                                            <p:strVal val="#ppt_x"/>
                                          </p:val>
                                        </p:tav>
                                        <p:tav tm="100000">
                                          <p:val>
                                            <p:strVal val="#ppt_x"/>
                                          </p:val>
                                        </p:tav>
                                      </p:tavLst>
                                    </p:anim>
                                    <p:anim calcmode="lin" valueType="num">
                                      <p:cBhvr>
                                        <p:cTn id="101" dur="1000" fill="hold"/>
                                        <p:tgtEl>
                                          <p:spTgt spid="15"/>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1000"/>
                                        <p:tgtEl>
                                          <p:spTgt spid="41"/>
                                        </p:tgtEl>
                                      </p:cBhvr>
                                    </p:animEffect>
                                    <p:anim calcmode="lin" valueType="num">
                                      <p:cBhvr>
                                        <p:cTn id="105" dur="1000" fill="hold"/>
                                        <p:tgtEl>
                                          <p:spTgt spid="41"/>
                                        </p:tgtEl>
                                        <p:attrNameLst>
                                          <p:attrName>ppt_x</p:attrName>
                                        </p:attrNameLst>
                                      </p:cBhvr>
                                      <p:tavLst>
                                        <p:tav tm="0">
                                          <p:val>
                                            <p:strVal val="#ppt_x"/>
                                          </p:val>
                                        </p:tav>
                                        <p:tav tm="100000">
                                          <p:val>
                                            <p:strVal val="#ppt_x"/>
                                          </p:val>
                                        </p:tav>
                                      </p:tavLst>
                                    </p:anim>
                                    <p:anim calcmode="lin" valueType="num">
                                      <p:cBhvr>
                                        <p:cTn id="106" dur="1000" fill="hold"/>
                                        <p:tgtEl>
                                          <p:spTgt spid="41"/>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17"/>
                                        </p:tgtEl>
                                        <p:attrNameLst>
                                          <p:attrName>style.visibility</p:attrName>
                                        </p:attrNameLst>
                                      </p:cBhvr>
                                      <p:to>
                                        <p:strVal val="visible"/>
                                      </p:to>
                                    </p:set>
                                    <p:animEffect transition="in" filter="fade">
                                      <p:cBhvr>
                                        <p:cTn id="109" dur="1000"/>
                                        <p:tgtEl>
                                          <p:spTgt spid="17"/>
                                        </p:tgtEl>
                                      </p:cBhvr>
                                    </p:animEffect>
                                    <p:anim calcmode="lin" valueType="num">
                                      <p:cBhvr>
                                        <p:cTn id="110" dur="1000" fill="hold"/>
                                        <p:tgtEl>
                                          <p:spTgt spid="17"/>
                                        </p:tgtEl>
                                        <p:attrNameLst>
                                          <p:attrName>ppt_x</p:attrName>
                                        </p:attrNameLst>
                                      </p:cBhvr>
                                      <p:tavLst>
                                        <p:tav tm="0">
                                          <p:val>
                                            <p:strVal val="#ppt_x"/>
                                          </p:val>
                                        </p:tav>
                                        <p:tav tm="100000">
                                          <p:val>
                                            <p:strVal val="#ppt_x"/>
                                          </p:val>
                                        </p:tav>
                                      </p:tavLst>
                                    </p:anim>
                                    <p:anim calcmode="lin" valueType="num">
                                      <p:cBhvr>
                                        <p:cTn id="111" dur="1000" fill="hold"/>
                                        <p:tgtEl>
                                          <p:spTgt spid="17"/>
                                        </p:tgtEl>
                                        <p:attrNameLst>
                                          <p:attrName>ppt_y</p:attrName>
                                        </p:attrNameLst>
                                      </p:cBhvr>
                                      <p:tavLst>
                                        <p:tav tm="0">
                                          <p:val>
                                            <p:strVal val="#ppt_y+.1"/>
                                          </p:val>
                                        </p:tav>
                                        <p:tav tm="100000">
                                          <p:val>
                                            <p:strVal val="#ppt_y"/>
                                          </p:val>
                                        </p:tav>
                                      </p:tavLst>
                                    </p:anim>
                                  </p:childTnLst>
                                </p:cTn>
                              </p:par>
                              <p:par>
                                <p:cTn id="112" presetID="42" presetClass="entr" presetSubtype="0" fill="hold" nodeType="withEffect">
                                  <p:stCondLst>
                                    <p:cond delay="0"/>
                                  </p:stCondLst>
                                  <p:childTnLst>
                                    <p:set>
                                      <p:cBhvr>
                                        <p:cTn id="113" dur="1" fill="hold">
                                          <p:stCondLst>
                                            <p:cond delay="0"/>
                                          </p:stCondLst>
                                        </p:cTn>
                                        <p:tgtEl>
                                          <p:spTgt spid="16"/>
                                        </p:tgtEl>
                                        <p:attrNameLst>
                                          <p:attrName>style.visibility</p:attrName>
                                        </p:attrNameLst>
                                      </p:cBhvr>
                                      <p:to>
                                        <p:strVal val="visible"/>
                                      </p:to>
                                    </p:set>
                                    <p:animEffect transition="in" filter="fade">
                                      <p:cBhvr>
                                        <p:cTn id="114" dur="1000"/>
                                        <p:tgtEl>
                                          <p:spTgt spid="16"/>
                                        </p:tgtEl>
                                      </p:cBhvr>
                                    </p:animEffect>
                                    <p:anim calcmode="lin" valueType="num">
                                      <p:cBhvr>
                                        <p:cTn id="115" dur="1000" fill="hold"/>
                                        <p:tgtEl>
                                          <p:spTgt spid="16"/>
                                        </p:tgtEl>
                                        <p:attrNameLst>
                                          <p:attrName>ppt_x</p:attrName>
                                        </p:attrNameLst>
                                      </p:cBhvr>
                                      <p:tavLst>
                                        <p:tav tm="0">
                                          <p:val>
                                            <p:strVal val="#ppt_x"/>
                                          </p:val>
                                        </p:tav>
                                        <p:tav tm="100000">
                                          <p:val>
                                            <p:strVal val="#ppt_x"/>
                                          </p:val>
                                        </p:tav>
                                      </p:tavLst>
                                    </p:anim>
                                    <p:anim calcmode="lin" valueType="num">
                                      <p:cBhvr>
                                        <p:cTn id="1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1000"/>
                                        <p:tgtEl>
                                          <p:spTgt spid="42"/>
                                        </p:tgtEl>
                                      </p:cBhvr>
                                    </p:animEffect>
                                    <p:anim calcmode="lin" valueType="num">
                                      <p:cBhvr>
                                        <p:cTn id="122" dur="1000" fill="hold"/>
                                        <p:tgtEl>
                                          <p:spTgt spid="42"/>
                                        </p:tgtEl>
                                        <p:attrNameLst>
                                          <p:attrName>ppt_x</p:attrName>
                                        </p:attrNameLst>
                                      </p:cBhvr>
                                      <p:tavLst>
                                        <p:tav tm="0">
                                          <p:val>
                                            <p:strVal val="#ppt_x"/>
                                          </p:val>
                                        </p:tav>
                                        <p:tav tm="100000">
                                          <p:val>
                                            <p:strVal val="#ppt_x"/>
                                          </p:val>
                                        </p:tav>
                                      </p:tavLst>
                                    </p:anim>
                                    <p:anim calcmode="lin" valueType="num">
                                      <p:cBhvr>
                                        <p:cTn id="123" dur="1000" fill="hold"/>
                                        <p:tgtEl>
                                          <p:spTgt spid="42"/>
                                        </p:tgtEl>
                                        <p:attrNameLst>
                                          <p:attrName>ppt_y</p:attrName>
                                        </p:attrNameLst>
                                      </p:cBhvr>
                                      <p:tavLst>
                                        <p:tav tm="0">
                                          <p:val>
                                            <p:strVal val="#ppt_y+.1"/>
                                          </p:val>
                                        </p:tav>
                                        <p:tav tm="100000">
                                          <p:val>
                                            <p:strVal val="#ppt_y"/>
                                          </p:val>
                                        </p:tav>
                                      </p:tavLst>
                                    </p:anim>
                                  </p:childTnLst>
                                </p:cTn>
                              </p:par>
                              <p:par>
                                <p:cTn id="124" presetID="42" presetClass="entr" presetSubtype="0" fill="hold" nodeType="withEffect">
                                  <p:stCondLst>
                                    <p:cond delay="0"/>
                                  </p:stCondLst>
                                  <p:childTnLst>
                                    <p:set>
                                      <p:cBhvr>
                                        <p:cTn id="125" dur="1" fill="hold">
                                          <p:stCondLst>
                                            <p:cond delay="0"/>
                                          </p:stCondLst>
                                        </p:cTn>
                                        <p:tgtEl>
                                          <p:spTgt spid="18"/>
                                        </p:tgtEl>
                                        <p:attrNameLst>
                                          <p:attrName>style.visibility</p:attrName>
                                        </p:attrNameLst>
                                      </p:cBhvr>
                                      <p:to>
                                        <p:strVal val="visible"/>
                                      </p:to>
                                    </p:set>
                                    <p:animEffect transition="in" filter="fade">
                                      <p:cBhvr>
                                        <p:cTn id="126" dur="1000"/>
                                        <p:tgtEl>
                                          <p:spTgt spid="18"/>
                                        </p:tgtEl>
                                      </p:cBhvr>
                                    </p:animEffect>
                                    <p:anim calcmode="lin" valueType="num">
                                      <p:cBhvr>
                                        <p:cTn id="127" dur="1000" fill="hold"/>
                                        <p:tgtEl>
                                          <p:spTgt spid="18"/>
                                        </p:tgtEl>
                                        <p:attrNameLst>
                                          <p:attrName>ppt_x</p:attrName>
                                        </p:attrNameLst>
                                      </p:cBhvr>
                                      <p:tavLst>
                                        <p:tav tm="0">
                                          <p:val>
                                            <p:strVal val="#ppt_x"/>
                                          </p:val>
                                        </p:tav>
                                        <p:tav tm="100000">
                                          <p:val>
                                            <p:strVal val="#ppt_x"/>
                                          </p:val>
                                        </p:tav>
                                      </p:tavLst>
                                    </p:anim>
                                    <p:anim calcmode="lin" valueType="num">
                                      <p:cBhvr>
                                        <p:cTn id="12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1000"/>
                                        <p:tgtEl>
                                          <p:spTgt spid="43"/>
                                        </p:tgtEl>
                                      </p:cBhvr>
                                    </p:animEffect>
                                    <p:anim calcmode="lin" valueType="num">
                                      <p:cBhvr>
                                        <p:cTn id="134" dur="1000" fill="hold"/>
                                        <p:tgtEl>
                                          <p:spTgt spid="43"/>
                                        </p:tgtEl>
                                        <p:attrNameLst>
                                          <p:attrName>ppt_x</p:attrName>
                                        </p:attrNameLst>
                                      </p:cBhvr>
                                      <p:tavLst>
                                        <p:tav tm="0">
                                          <p:val>
                                            <p:strVal val="#ppt_x"/>
                                          </p:val>
                                        </p:tav>
                                        <p:tav tm="100000">
                                          <p:val>
                                            <p:strVal val="#ppt_x"/>
                                          </p:val>
                                        </p:tav>
                                      </p:tavLst>
                                    </p:anim>
                                    <p:anim calcmode="lin" valueType="num">
                                      <p:cBhvr>
                                        <p:cTn id="135" dur="1000" fill="hold"/>
                                        <p:tgtEl>
                                          <p:spTgt spid="43"/>
                                        </p:tgtEl>
                                        <p:attrNameLst>
                                          <p:attrName>ppt_y</p:attrName>
                                        </p:attrNameLst>
                                      </p:cBhvr>
                                      <p:tavLst>
                                        <p:tav tm="0">
                                          <p:val>
                                            <p:strVal val="#ppt_y+.1"/>
                                          </p:val>
                                        </p:tav>
                                        <p:tav tm="100000">
                                          <p:val>
                                            <p:strVal val="#ppt_y"/>
                                          </p:val>
                                        </p:tav>
                                      </p:tavLst>
                                    </p:anim>
                                  </p:childTnLst>
                                </p:cTn>
                              </p:par>
                              <p:par>
                                <p:cTn id="136" presetID="42" presetClass="entr" presetSubtype="0" fill="hold" nodeType="withEffect">
                                  <p:stCondLst>
                                    <p:cond delay="0"/>
                                  </p:stCondLst>
                                  <p:childTnLst>
                                    <p:set>
                                      <p:cBhvr>
                                        <p:cTn id="137" dur="1" fill="hold">
                                          <p:stCondLst>
                                            <p:cond delay="0"/>
                                          </p:stCondLst>
                                        </p:cTn>
                                        <p:tgtEl>
                                          <p:spTgt spid="19"/>
                                        </p:tgtEl>
                                        <p:attrNameLst>
                                          <p:attrName>style.visibility</p:attrName>
                                        </p:attrNameLst>
                                      </p:cBhvr>
                                      <p:to>
                                        <p:strVal val="visible"/>
                                      </p:to>
                                    </p:set>
                                    <p:animEffect transition="in" filter="fade">
                                      <p:cBhvr>
                                        <p:cTn id="138" dur="1000"/>
                                        <p:tgtEl>
                                          <p:spTgt spid="19"/>
                                        </p:tgtEl>
                                      </p:cBhvr>
                                    </p:animEffect>
                                    <p:anim calcmode="lin" valueType="num">
                                      <p:cBhvr>
                                        <p:cTn id="139" dur="1000" fill="hold"/>
                                        <p:tgtEl>
                                          <p:spTgt spid="19"/>
                                        </p:tgtEl>
                                        <p:attrNameLst>
                                          <p:attrName>ppt_x</p:attrName>
                                        </p:attrNameLst>
                                      </p:cBhvr>
                                      <p:tavLst>
                                        <p:tav tm="0">
                                          <p:val>
                                            <p:strVal val="#ppt_x"/>
                                          </p:val>
                                        </p:tav>
                                        <p:tav tm="100000">
                                          <p:val>
                                            <p:strVal val="#ppt_x"/>
                                          </p:val>
                                        </p:tav>
                                      </p:tavLst>
                                    </p:anim>
                                    <p:anim calcmode="lin" valueType="num">
                                      <p:cBhvr>
                                        <p:cTn id="14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42" presetClass="entr" presetSubtype="0" fill="hold" grpId="0" nodeType="clickEffect">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fade">
                                      <p:cBhvr>
                                        <p:cTn id="145" dur="1000"/>
                                        <p:tgtEl>
                                          <p:spTgt spid="44"/>
                                        </p:tgtEl>
                                      </p:cBhvr>
                                    </p:animEffect>
                                    <p:anim calcmode="lin" valueType="num">
                                      <p:cBhvr>
                                        <p:cTn id="146" dur="1000" fill="hold"/>
                                        <p:tgtEl>
                                          <p:spTgt spid="44"/>
                                        </p:tgtEl>
                                        <p:attrNameLst>
                                          <p:attrName>ppt_x</p:attrName>
                                        </p:attrNameLst>
                                      </p:cBhvr>
                                      <p:tavLst>
                                        <p:tav tm="0">
                                          <p:val>
                                            <p:strVal val="#ppt_x"/>
                                          </p:val>
                                        </p:tav>
                                        <p:tav tm="100000">
                                          <p:val>
                                            <p:strVal val="#ppt_x"/>
                                          </p:val>
                                        </p:tav>
                                      </p:tavLst>
                                    </p:anim>
                                    <p:anim calcmode="lin" valueType="num">
                                      <p:cBhvr>
                                        <p:cTn id="147" dur="1000" fill="hold"/>
                                        <p:tgtEl>
                                          <p:spTgt spid="44"/>
                                        </p:tgtEl>
                                        <p:attrNameLst>
                                          <p:attrName>ppt_y</p:attrName>
                                        </p:attrNameLst>
                                      </p:cBhvr>
                                      <p:tavLst>
                                        <p:tav tm="0">
                                          <p:val>
                                            <p:strVal val="#ppt_y+.1"/>
                                          </p:val>
                                        </p:tav>
                                        <p:tav tm="100000">
                                          <p:val>
                                            <p:strVal val="#ppt_y"/>
                                          </p:val>
                                        </p:tav>
                                      </p:tavLst>
                                    </p:anim>
                                  </p:childTnLst>
                                </p:cTn>
                              </p:par>
                              <p:par>
                                <p:cTn id="148" presetID="42" presetClass="entr" presetSubtype="0" fill="hold" nodeType="withEffect">
                                  <p:stCondLst>
                                    <p:cond delay="0"/>
                                  </p:stCondLst>
                                  <p:childTnLst>
                                    <p:set>
                                      <p:cBhvr>
                                        <p:cTn id="149" dur="1" fill="hold">
                                          <p:stCondLst>
                                            <p:cond delay="0"/>
                                          </p:stCondLst>
                                        </p:cTn>
                                        <p:tgtEl>
                                          <p:spTgt spid="20"/>
                                        </p:tgtEl>
                                        <p:attrNameLst>
                                          <p:attrName>style.visibility</p:attrName>
                                        </p:attrNameLst>
                                      </p:cBhvr>
                                      <p:to>
                                        <p:strVal val="visible"/>
                                      </p:to>
                                    </p:set>
                                    <p:animEffect transition="in" filter="fade">
                                      <p:cBhvr>
                                        <p:cTn id="150" dur="1000"/>
                                        <p:tgtEl>
                                          <p:spTgt spid="20"/>
                                        </p:tgtEl>
                                      </p:cBhvr>
                                    </p:animEffect>
                                    <p:anim calcmode="lin" valueType="num">
                                      <p:cBhvr>
                                        <p:cTn id="151" dur="1000" fill="hold"/>
                                        <p:tgtEl>
                                          <p:spTgt spid="20"/>
                                        </p:tgtEl>
                                        <p:attrNameLst>
                                          <p:attrName>ppt_x</p:attrName>
                                        </p:attrNameLst>
                                      </p:cBhvr>
                                      <p:tavLst>
                                        <p:tav tm="0">
                                          <p:val>
                                            <p:strVal val="#ppt_x"/>
                                          </p:val>
                                        </p:tav>
                                        <p:tav tm="100000">
                                          <p:val>
                                            <p:strVal val="#ppt_x"/>
                                          </p:val>
                                        </p:tav>
                                      </p:tavLst>
                                    </p:anim>
                                    <p:anim calcmode="lin" valueType="num">
                                      <p:cBhvr>
                                        <p:cTn id="15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42" presetClass="entr" presetSubtype="0" fill="hold" grpId="0" nodeType="clickEffect">
                                  <p:stCondLst>
                                    <p:cond delay="0"/>
                                  </p:stCondLst>
                                  <p:childTnLst>
                                    <p:set>
                                      <p:cBhvr>
                                        <p:cTn id="156" dur="1" fill="hold">
                                          <p:stCondLst>
                                            <p:cond delay="0"/>
                                          </p:stCondLst>
                                        </p:cTn>
                                        <p:tgtEl>
                                          <p:spTgt spid="45"/>
                                        </p:tgtEl>
                                        <p:attrNameLst>
                                          <p:attrName>style.visibility</p:attrName>
                                        </p:attrNameLst>
                                      </p:cBhvr>
                                      <p:to>
                                        <p:strVal val="visible"/>
                                      </p:to>
                                    </p:set>
                                    <p:animEffect transition="in" filter="fade">
                                      <p:cBhvr>
                                        <p:cTn id="157" dur="1000"/>
                                        <p:tgtEl>
                                          <p:spTgt spid="45"/>
                                        </p:tgtEl>
                                      </p:cBhvr>
                                    </p:animEffect>
                                    <p:anim calcmode="lin" valueType="num">
                                      <p:cBhvr>
                                        <p:cTn id="158" dur="1000" fill="hold"/>
                                        <p:tgtEl>
                                          <p:spTgt spid="45"/>
                                        </p:tgtEl>
                                        <p:attrNameLst>
                                          <p:attrName>ppt_x</p:attrName>
                                        </p:attrNameLst>
                                      </p:cBhvr>
                                      <p:tavLst>
                                        <p:tav tm="0">
                                          <p:val>
                                            <p:strVal val="#ppt_x"/>
                                          </p:val>
                                        </p:tav>
                                        <p:tav tm="100000">
                                          <p:val>
                                            <p:strVal val="#ppt_x"/>
                                          </p:val>
                                        </p:tav>
                                      </p:tavLst>
                                    </p:anim>
                                    <p:anim calcmode="lin" valueType="num">
                                      <p:cBhvr>
                                        <p:cTn id="159" dur="1000" fill="hold"/>
                                        <p:tgtEl>
                                          <p:spTgt spid="45"/>
                                        </p:tgtEl>
                                        <p:attrNameLst>
                                          <p:attrName>ppt_y</p:attrName>
                                        </p:attrNameLst>
                                      </p:cBhvr>
                                      <p:tavLst>
                                        <p:tav tm="0">
                                          <p:val>
                                            <p:strVal val="#ppt_y+.1"/>
                                          </p:val>
                                        </p:tav>
                                        <p:tav tm="100000">
                                          <p:val>
                                            <p:strVal val="#ppt_y"/>
                                          </p:val>
                                        </p:tav>
                                      </p:tavLst>
                                    </p:anim>
                                  </p:childTnLst>
                                </p:cTn>
                              </p:par>
                              <p:par>
                                <p:cTn id="160" presetID="42" presetClass="entr" presetSubtype="0" fill="hold" nodeType="withEffect">
                                  <p:stCondLst>
                                    <p:cond delay="0"/>
                                  </p:stCondLst>
                                  <p:childTnLst>
                                    <p:set>
                                      <p:cBhvr>
                                        <p:cTn id="161" dur="1" fill="hold">
                                          <p:stCondLst>
                                            <p:cond delay="0"/>
                                          </p:stCondLst>
                                        </p:cTn>
                                        <p:tgtEl>
                                          <p:spTgt spid="21"/>
                                        </p:tgtEl>
                                        <p:attrNameLst>
                                          <p:attrName>style.visibility</p:attrName>
                                        </p:attrNameLst>
                                      </p:cBhvr>
                                      <p:to>
                                        <p:strVal val="visible"/>
                                      </p:to>
                                    </p:set>
                                    <p:animEffect transition="in" filter="fade">
                                      <p:cBhvr>
                                        <p:cTn id="162" dur="1000"/>
                                        <p:tgtEl>
                                          <p:spTgt spid="21"/>
                                        </p:tgtEl>
                                      </p:cBhvr>
                                    </p:animEffect>
                                    <p:anim calcmode="lin" valueType="num">
                                      <p:cBhvr>
                                        <p:cTn id="163" dur="1000" fill="hold"/>
                                        <p:tgtEl>
                                          <p:spTgt spid="21"/>
                                        </p:tgtEl>
                                        <p:attrNameLst>
                                          <p:attrName>ppt_x</p:attrName>
                                        </p:attrNameLst>
                                      </p:cBhvr>
                                      <p:tavLst>
                                        <p:tav tm="0">
                                          <p:val>
                                            <p:strVal val="#ppt_x"/>
                                          </p:val>
                                        </p:tav>
                                        <p:tav tm="100000">
                                          <p:val>
                                            <p:strVal val="#ppt_x"/>
                                          </p:val>
                                        </p:tav>
                                      </p:tavLst>
                                    </p:anim>
                                    <p:anim calcmode="lin" valueType="num">
                                      <p:cBhvr>
                                        <p:cTn id="16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42" presetClass="entr" presetSubtype="0" fill="hold" grpId="0" nodeType="clickEffect">
                                  <p:stCondLst>
                                    <p:cond delay="0"/>
                                  </p:stCondLst>
                                  <p:childTnLst>
                                    <p:set>
                                      <p:cBhvr>
                                        <p:cTn id="168" dur="1" fill="hold">
                                          <p:stCondLst>
                                            <p:cond delay="0"/>
                                          </p:stCondLst>
                                        </p:cTn>
                                        <p:tgtEl>
                                          <p:spTgt spid="46"/>
                                        </p:tgtEl>
                                        <p:attrNameLst>
                                          <p:attrName>style.visibility</p:attrName>
                                        </p:attrNameLst>
                                      </p:cBhvr>
                                      <p:to>
                                        <p:strVal val="visible"/>
                                      </p:to>
                                    </p:set>
                                    <p:animEffect transition="in" filter="fade">
                                      <p:cBhvr>
                                        <p:cTn id="169" dur="1000"/>
                                        <p:tgtEl>
                                          <p:spTgt spid="46"/>
                                        </p:tgtEl>
                                      </p:cBhvr>
                                    </p:animEffect>
                                    <p:anim calcmode="lin" valueType="num">
                                      <p:cBhvr>
                                        <p:cTn id="170" dur="1000" fill="hold"/>
                                        <p:tgtEl>
                                          <p:spTgt spid="46"/>
                                        </p:tgtEl>
                                        <p:attrNameLst>
                                          <p:attrName>ppt_x</p:attrName>
                                        </p:attrNameLst>
                                      </p:cBhvr>
                                      <p:tavLst>
                                        <p:tav tm="0">
                                          <p:val>
                                            <p:strVal val="#ppt_x"/>
                                          </p:val>
                                        </p:tav>
                                        <p:tav tm="100000">
                                          <p:val>
                                            <p:strVal val="#ppt_x"/>
                                          </p:val>
                                        </p:tav>
                                      </p:tavLst>
                                    </p:anim>
                                    <p:anim calcmode="lin" valueType="num">
                                      <p:cBhvr>
                                        <p:cTn id="171" dur="1000" fill="hold"/>
                                        <p:tgtEl>
                                          <p:spTgt spid="46"/>
                                        </p:tgtEl>
                                        <p:attrNameLst>
                                          <p:attrName>ppt_y</p:attrName>
                                        </p:attrNameLst>
                                      </p:cBhvr>
                                      <p:tavLst>
                                        <p:tav tm="0">
                                          <p:val>
                                            <p:strVal val="#ppt_y+.1"/>
                                          </p:val>
                                        </p:tav>
                                        <p:tav tm="100000">
                                          <p:val>
                                            <p:strVal val="#ppt_y"/>
                                          </p:val>
                                        </p:tav>
                                      </p:tavLst>
                                    </p:anim>
                                  </p:childTnLst>
                                </p:cTn>
                              </p:par>
                              <p:par>
                                <p:cTn id="172" presetID="42" presetClass="entr" presetSubtype="0" fill="hold" nodeType="withEffect">
                                  <p:stCondLst>
                                    <p:cond delay="0"/>
                                  </p:stCondLst>
                                  <p:childTnLst>
                                    <p:set>
                                      <p:cBhvr>
                                        <p:cTn id="173" dur="1" fill="hold">
                                          <p:stCondLst>
                                            <p:cond delay="0"/>
                                          </p:stCondLst>
                                        </p:cTn>
                                        <p:tgtEl>
                                          <p:spTgt spid="23"/>
                                        </p:tgtEl>
                                        <p:attrNameLst>
                                          <p:attrName>style.visibility</p:attrName>
                                        </p:attrNameLst>
                                      </p:cBhvr>
                                      <p:to>
                                        <p:strVal val="visible"/>
                                      </p:to>
                                    </p:set>
                                    <p:animEffect transition="in" filter="fade">
                                      <p:cBhvr>
                                        <p:cTn id="174" dur="1000"/>
                                        <p:tgtEl>
                                          <p:spTgt spid="23"/>
                                        </p:tgtEl>
                                      </p:cBhvr>
                                    </p:animEffect>
                                    <p:anim calcmode="lin" valueType="num">
                                      <p:cBhvr>
                                        <p:cTn id="175" dur="1000" fill="hold"/>
                                        <p:tgtEl>
                                          <p:spTgt spid="23"/>
                                        </p:tgtEl>
                                        <p:attrNameLst>
                                          <p:attrName>ppt_x</p:attrName>
                                        </p:attrNameLst>
                                      </p:cBhvr>
                                      <p:tavLst>
                                        <p:tav tm="0">
                                          <p:val>
                                            <p:strVal val="#ppt_x"/>
                                          </p:val>
                                        </p:tav>
                                        <p:tav tm="100000">
                                          <p:val>
                                            <p:strVal val="#ppt_x"/>
                                          </p:val>
                                        </p:tav>
                                      </p:tavLst>
                                    </p:anim>
                                    <p:anim calcmode="lin" valueType="num">
                                      <p:cBhvr>
                                        <p:cTn id="17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42" presetClass="entr" presetSubtype="0" fill="hold" nodeType="clickEffect">
                                  <p:stCondLst>
                                    <p:cond delay="0"/>
                                  </p:stCondLst>
                                  <p:childTnLst>
                                    <p:set>
                                      <p:cBhvr>
                                        <p:cTn id="180" dur="1" fill="hold">
                                          <p:stCondLst>
                                            <p:cond delay="0"/>
                                          </p:stCondLst>
                                        </p:cTn>
                                        <p:tgtEl>
                                          <p:spTgt spid="24"/>
                                        </p:tgtEl>
                                        <p:attrNameLst>
                                          <p:attrName>style.visibility</p:attrName>
                                        </p:attrNameLst>
                                      </p:cBhvr>
                                      <p:to>
                                        <p:strVal val="visible"/>
                                      </p:to>
                                    </p:set>
                                    <p:animEffect transition="in" filter="fade">
                                      <p:cBhvr>
                                        <p:cTn id="181" dur="1000"/>
                                        <p:tgtEl>
                                          <p:spTgt spid="24"/>
                                        </p:tgtEl>
                                      </p:cBhvr>
                                    </p:animEffect>
                                    <p:anim calcmode="lin" valueType="num">
                                      <p:cBhvr>
                                        <p:cTn id="182" dur="1000" fill="hold"/>
                                        <p:tgtEl>
                                          <p:spTgt spid="24"/>
                                        </p:tgtEl>
                                        <p:attrNameLst>
                                          <p:attrName>ppt_x</p:attrName>
                                        </p:attrNameLst>
                                      </p:cBhvr>
                                      <p:tavLst>
                                        <p:tav tm="0">
                                          <p:val>
                                            <p:strVal val="#ppt_x"/>
                                          </p:val>
                                        </p:tav>
                                        <p:tav tm="100000">
                                          <p:val>
                                            <p:strVal val="#ppt_x"/>
                                          </p:val>
                                        </p:tav>
                                      </p:tavLst>
                                    </p:anim>
                                    <p:anim calcmode="lin" valueType="num">
                                      <p:cBhvr>
                                        <p:cTn id="183" dur="1000" fill="hold"/>
                                        <p:tgtEl>
                                          <p:spTgt spid="24"/>
                                        </p:tgtEl>
                                        <p:attrNameLst>
                                          <p:attrName>ppt_y</p:attrName>
                                        </p:attrNameLst>
                                      </p:cBhvr>
                                      <p:tavLst>
                                        <p:tav tm="0">
                                          <p:val>
                                            <p:strVal val="#ppt_y+.1"/>
                                          </p:val>
                                        </p:tav>
                                        <p:tav tm="100000">
                                          <p:val>
                                            <p:strVal val="#ppt_y"/>
                                          </p:val>
                                        </p:tav>
                                      </p:tavLst>
                                    </p:anim>
                                  </p:childTnLst>
                                </p:cTn>
                              </p:par>
                              <p:par>
                                <p:cTn id="184" presetID="42" presetClass="entr" presetSubtype="0" fill="hold" grpId="0" nodeType="withEffect">
                                  <p:stCondLst>
                                    <p:cond delay="0"/>
                                  </p:stCondLst>
                                  <p:childTnLst>
                                    <p:set>
                                      <p:cBhvr>
                                        <p:cTn id="185" dur="1" fill="hold">
                                          <p:stCondLst>
                                            <p:cond delay="0"/>
                                          </p:stCondLst>
                                        </p:cTn>
                                        <p:tgtEl>
                                          <p:spTgt spid="47"/>
                                        </p:tgtEl>
                                        <p:attrNameLst>
                                          <p:attrName>style.visibility</p:attrName>
                                        </p:attrNameLst>
                                      </p:cBhvr>
                                      <p:to>
                                        <p:strVal val="visible"/>
                                      </p:to>
                                    </p:set>
                                    <p:animEffect transition="in" filter="fade">
                                      <p:cBhvr>
                                        <p:cTn id="186" dur="1000"/>
                                        <p:tgtEl>
                                          <p:spTgt spid="47"/>
                                        </p:tgtEl>
                                      </p:cBhvr>
                                    </p:animEffect>
                                    <p:anim calcmode="lin" valueType="num">
                                      <p:cBhvr>
                                        <p:cTn id="187" dur="1000" fill="hold"/>
                                        <p:tgtEl>
                                          <p:spTgt spid="47"/>
                                        </p:tgtEl>
                                        <p:attrNameLst>
                                          <p:attrName>ppt_x</p:attrName>
                                        </p:attrNameLst>
                                      </p:cBhvr>
                                      <p:tavLst>
                                        <p:tav tm="0">
                                          <p:val>
                                            <p:strVal val="#ppt_x"/>
                                          </p:val>
                                        </p:tav>
                                        <p:tav tm="100000">
                                          <p:val>
                                            <p:strVal val="#ppt_x"/>
                                          </p:val>
                                        </p:tav>
                                      </p:tavLst>
                                    </p:anim>
                                    <p:anim calcmode="lin" valueType="num">
                                      <p:cBhvr>
                                        <p:cTn id="188" dur="1000" fill="hold"/>
                                        <p:tgtEl>
                                          <p:spTgt spid="47"/>
                                        </p:tgtEl>
                                        <p:attrNameLst>
                                          <p:attrName>ppt_y</p:attrName>
                                        </p:attrNameLst>
                                      </p:cBhvr>
                                      <p:tavLst>
                                        <p:tav tm="0">
                                          <p:val>
                                            <p:strVal val="#ppt_y+.1"/>
                                          </p:val>
                                        </p:tav>
                                        <p:tav tm="100000">
                                          <p:val>
                                            <p:strVal val="#ppt_y"/>
                                          </p:val>
                                        </p:tav>
                                      </p:tavLst>
                                    </p:anim>
                                  </p:childTnLst>
                                </p:cTn>
                              </p:par>
                              <p:par>
                                <p:cTn id="189" presetID="42" presetClass="entr" presetSubtype="0" fill="hold" nodeType="withEffect">
                                  <p:stCondLst>
                                    <p:cond delay="0"/>
                                  </p:stCondLst>
                                  <p:childTnLst>
                                    <p:set>
                                      <p:cBhvr>
                                        <p:cTn id="190" dur="1" fill="hold">
                                          <p:stCondLst>
                                            <p:cond delay="0"/>
                                          </p:stCondLst>
                                        </p:cTn>
                                        <p:tgtEl>
                                          <p:spTgt spid="25"/>
                                        </p:tgtEl>
                                        <p:attrNameLst>
                                          <p:attrName>style.visibility</p:attrName>
                                        </p:attrNameLst>
                                      </p:cBhvr>
                                      <p:to>
                                        <p:strVal val="visible"/>
                                      </p:to>
                                    </p:set>
                                    <p:animEffect transition="in" filter="fade">
                                      <p:cBhvr>
                                        <p:cTn id="191" dur="1000"/>
                                        <p:tgtEl>
                                          <p:spTgt spid="25"/>
                                        </p:tgtEl>
                                      </p:cBhvr>
                                    </p:animEffect>
                                    <p:anim calcmode="lin" valueType="num">
                                      <p:cBhvr>
                                        <p:cTn id="192" dur="1000" fill="hold"/>
                                        <p:tgtEl>
                                          <p:spTgt spid="25"/>
                                        </p:tgtEl>
                                        <p:attrNameLst>
                                          <p:attrName>ppt_x</p:attrName>
                                        </p:attrNameLst>
                                      </p:cBhvr>
                                      <p:tavLst>
                                        <p:tav tm="0">
                                          <p:val>
                                            <p:strVal val="#ppt_x"/>
                                          </p:val>
                                        </p:tav>
                                        <p:tav tm="100000">
                                          <p:val>
                                            <p:strVal val="#ppt_x"/>
                                          </p:val>
                                        </p:tav>
                                      </p:tavLst>
                                    </p:anim>
                                    <p:anim calcmode="lin" valueType="num">
                                      <p:cBhvr>
                                        <p:cTn id="193" dur="1000" fill="hold"/>
                                        <p:tgtEl>
                                          <p:spTgt spid="25"/>
                                        </p:tgtEl>
                                        <p:attrNameLst>
                                          <p:attrName>ppt_y</p:attrName>
                                        </p:attrNameLst>
                                      </p:cBhvr>
                                      <p:tavLst>
                                        <p:tav tm="0">
                                          <p:val>
                                            <p:strVal val="#ppt_y+.1"/>
                                          </p:val>
                                        </p:tav>
                                        <p:tav tm="100000">
                                          <p:val>
                                            <p:strVal val="#ppt_y"/>
                                          </p:val>
                                        </p:tav>
                                      </p:tavLst>
                                    </p:anim>
                                  </p:childTnLst>
                                </p:cTn>
                              </p:par>
                              <p:par>
                                <p:cTn id="194" presetID="42" presetClass="entr" presetSubtype="0" fill="hold" nodeType="withEffect">
                                  <p:stCondLst>
                                    <p:cond delay="0"/>
                                  </p:stCondLst>
                                  <p:childTnLst>
                                    <p:set>
                                      <p:cBhvr>
                                        <p:cTn id="195" dur="1" fill="hold">
                                          <p:stCondLst>
                                            <p:cond delay="0"/>
                                          </p:stCondLst>
                                        </p:cTn>
                                        <p:tgtEl>
                                          <p:spTgt spid="26"/>
                                        </p:tgtEl>
                                        <p:attrNameLst>
                                          <p:attrName>style.visibility</p:attrName>
                                        </p:attrNameLst>
                                      </p:cBhvr>
                                      <p:to>
                                        <p:strVal val="visible"/>
                                      </p:to>
                                    </p:set>
                                    <p:animEffect transition="in" filter="fade">
                                      <p:cBhvr>
                                        <p:cTn id="196" dur="1000"/>
                                        <p:tgtEl>
                                          <p:spTgt spid="26"/>
                                        </p:tgtEl>
                                      </p:cBhvr>
                                    </p:animEffect>
                                    <p:anim calcmode="lin" valueType="num">
                                      <p:cBhvr>
                                        <p:cTn id="197" dur="1000" fill="hold"/>
                                        <p:tgtEl>
                                          <p:spTgt spid="26"/>
                                        </p:tgtEl>
                                        <p:attrNameLst>
                                          <p:attrName>ppt_x</p:attrName>
                                        </p:attrNameLst>
                                      </p:cBhvr>
                                      <p:tavLst>
                                        <p:tav tm="0">
                                          <p:val>
                                            <p:strVal val="#ppt_x"/>
                                          </p:val>
                                        </p:tav>
                                        <p:tav tm="100000">
                                          <p:val>
                                            <p:strVal val="#ppt_x"/>
                                          </p:val>
                                        </p:tav>
                                      </p:tavLst>
                                    </p:anim>
                                    <p:anim calcmode="lin" valueType="num">
                                      <p:cBhvr>
                                        <p:cTn id="19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42" presetClass="entr" presetSubtype="0" fill="hold" grpId="0" nodeType="clickEffect">
                                  <p:stCondLst>
                                    <p:cond delay="0"/>
                                  </p:stCondLst>
                                  <p:childTnLst>
                                    <p:set>
                                      <p:cBhvr>
                                        <p:cTn id="202" dur="1" fill="hold">
                                          <p:stCondLst>
                                            <p:cond delay="0"/>
                                          </p:stCondLst>
                                        </p:cTn>
                                        <p:tgtEl>
                                          <p:spTgt spid="48"/>
                                        </p:tgtEl>
                                        <p:attrNameLst>
                                          <p:attrName>style.visibility</p:attrName>
                                        </p:attrNameLst>
                                      </p:cBhvr>
                                      <p:to>
                                        <p:strVal val="visible"/>
                                      </p:to>
                                    </p:set>
                                    <p:animEffect transition="in" filter="fade">
                                      <p:cBhvr>
                                        <p:cTn id="203" dur="1000"/>
                                        <p:tgtEl>
                                          <p:spTgt spid="48"/>
                                        </p:tgtEl>
                                      </p:cBhvr>
                                    </p:animEffect>
                                    <p:anim calcmode="lin" valueType="num">
                                      <p:cBhvr>
                                        <p:cTn id="204" dur="1000" fill="hold"/>
                                        <p:tgtEl>
                                          <p:spTgt spid="48"/>
                                        </p:tgtEl>
                                        <p:attrNameLst>
                                          <p:attrName>ppt_x</p:attrName>
                                        </p:attrNameLst>
                                      </p:cBhvr>
                                      <p:tavLst>
                                        <p:tav tm="0">
                                          <p:val>
                                            <p:strVal val="#ppt_x"/>
                                          </p:val>
                                        </p:tav>
                                        <p:tav tm="100000">
                                          <p:val>
                                            <p:strVal val="#ppt_x"/>
                                          </p:val>
                                        </p:tav>
                                      </p:tavLst>
                                    </p:anim>
                                    <p:anim calcmode="lin" valueType="num">
                                      <p:cBhvr>
                                        <p:cTn id="205" dur="1000" fill="hold"/>
                                        <p:tgtEl>
                                          <p:spTgt spid="48"/>
                                        </p:tgtEl>
                                        <p:attrNameLst>
                                          <p:attrName>ppt_y</p:attrName>
                                        </p:attrNameLst>
                                      </p:cBhvr>
                                      <p:tavLst>
                                        <p:tav tm="0">
                                          <p:val>
                                            <p:strVal val="#ppt_y+.1"/>
                                          </p:val>
                                        </p:tav>
                                        <p:tav tm="100000">
                                          <p:val>
                                            <p:strVal val="#ppt_y"/>
                                          </p:val>
                                        </p:tav>
                                      </p:tavLst>
                                    </p:anim>
                                  </p:childTnLst>
                                </p:cTn>
                              </p:par>
                              <p:par>
                                <p:cTn id="206" presetID="42" presetClass="entr" presetSubtype="0" fill="hold" nodeType="withEffect">
                                  <p:stCondLst>
                                    <p:cond delay="0"/>
                                  </p:stCondLst>
                                  <p:childTnLst>
                                    <p:set>
                                      <p:cBhvr>
                                        <p:cTn id="207" dur="1" fill="hold">
                                          <p:stCondLst>
                                            <p:cond delay="0"/>
                                          </p:stCondLst>
                                        </p:cTn>
                                        <p:tgtEl>
                                          <p:spTgt spid="27"/>
                                        </p:tgtEl>
                                        <p:attrNameLst>
                                          <p:attrName>style.visibility</p:attrName>
                                        </p:attrNameLst>
                                      </p:cBhvr>
                                      <p:to>
                                        <p:strVal val="visible"/>
                                      </p:to>
                                    </p:set>
                                    <p:animEffect transition="in" filter="fade">
                                      <p:cBhvr>
                                        <p:cTn id="208" dur="1000"/>
                                        <p:tgtEl>
                                          <p:spTgt spid="27"/>
                                        </p:tgtEl>
                                      </p:cBhvr>
                                    </p:animEffect>
                                    <p:anim calcmode="lin" valueType="num">
                                      <p:cBhvr>
                                        <p:cTn id="209" dur="1000" fill="hold"/>
                                        <p:tgtEl>
                                          <p:spTgt spid="27"/>
                                        </p:tgtEl>
                                        <p:attrNameLst>
                                          <p:attrName>ppt_x</p:attrName>
                                        </p:attrNameLst>
                                      </p:cBhvr>
                                      <p:tavLst>
                                        <p:tav tm="0">
                                          <p:val>
                                            <p:strVal val="#ppt_x"/>
                                          </p:val>
                                        </p:tav>
                                        <p:tav tm="100000">
                                          <p:val>
                                            <p:strVal val="#ppt_x"/>
                                          </p:val>
                                        </p:tav>
                                      </p:tavLst>
                                    </p:anim>
                                    <p:anim calcmode="lin" valueType="num">
                                      <p:cBhvr>
                                        <p:cTn id="21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42" presetClass="entr" presetSubtype="0" fill="hold" grpId="0" nodeType="clickEffect">
                                  <p:stCondLst>
                                    <p:cond delay="0"/>
                                  </p:stCondLst>
                                  <p:childTnLst>
                                    <p:set>
                                      <p:cBhvr>
                                        <p:cTn id="214" dur="1" fill="hold">
                                          <p:stCondLst>
                                            <p:cond delay="0"/>
                                          </p:stCondLst>
                                        </p:cTn>
                                        <p:tgtEl>
                                          <p:spTgt spid="49"/>
                                        </p:tgtEl>
                                        <p:attrNameLst>
                                          <p:attrName>style.visibility</p:attrName>
                                        </p:attrNameLst>
                                      </p:cBhvr>
                                      <p:to>
                                        <p:strVal val="visible"/>
                                      </p:to>
                                    </p:set>
                                    <p:animEffect transition="in" filter="fade">
                                      <p:cBhvr>
                                        <p:cTn id="215" dur="1000"/>
                                        <p:tgtEl>
                                          <p:spTgt spid="49"/>
                                        </p:tgtEl>
                                      </p:cBhvr>
                                    </p:animEffect>
                                    <p:anim calcmode="lin" valueType="num">
                                      <p:cBhvr>
                                        <p:cTn id="216" dur="1000" fill="hold"/>
                                        <p:tgtEl>
                                          <p:spTgt spid="49"/>
                                        </p:tgtEl>
                                        <p:attrNameLst>
                                          <p:attrName>ppt_x</p:attrName>
                                        </p:attrNameLst>
                                      </p:cBhvr>
                                      <p:tavLst>
                                        <p:tav tm="0">
                                          <p:val>
                                            <p:strVal val="#ppt_x"/>
                                          </p:val>
                                        </p:tav>
                                        <p:tav tm="100000">
                                          <p:val>
                                            <p:strVal val="#ppt_x"/>
                                          </p:val>
                                        </p:tav>
                                      </p:tavLst>
                                    </p:anim>
                                    <p:anim calcmode="lin" valueType="num">
                                      <p:cBhvr>
                                        <p:cTn id="217" dur="1000" fill="hold"/>
                                        <p:tgtEl>
                                          <p:spTgt spid="49"/>
                                        </p:tgtEl>
                                        <p:attrNameLst>
                                          <p:attrName>ppt_y</p:attrName>
                                        </p:attrNameLst>
                                      </p:cBhvr>
                                      <p:tavLst>
                                        <p:tav tm="0">
                                          <p:val>
                                            <p:strVal val="#ppt_y+.1"/>
                                          </p:val>
                                        </p:tav>
                                        <p:tav tm="100000">
                                          <p:val>
                                            <p:strVal val="#ppt_y"/>
                                          </p:val>
                                        </p:tav>
                                      </p:tavLst>
                                    </p:anim>
                                  </p:childTnLst>
                                </p:cTn>
                              </p:par>
                              <p:par>
                                <p:cTn id="218" presetID="42" presetClass="entr" presetSubtype="0" fill="hold" nodeType="withEffect">
                                  <p:stCondLst>
                                    <p:cond delay="0"/>
                                  </p:stCondLst>
                                  <p:childTnLst>
                                    <p:set>
                                      <p:cBhvr>
                                        <p:cTn id="219" dur="1" fill="hold">
                                          <p:stCondLst>
                                            <p:cond delay="0"/>
                                          </p:stCondLst>
                                        </p:cTn>
                                        <p:tgtEl>
                                          <p:spTgt spid="28"/>
                                        </p:tgtEl>
                                        <p:attrNameLst>
                                          <p:attrName>style.visibility</p:attrName>
                                        </p:attrNameLst>
                                      </p:cBhvr>
                                      <p:to>
                                        <p:strVal val="visible"/>
                                      </p:to>
                                    </p:set>
                                    <p:animEffect transition="in" filter="fade">
                                      <p:cBhvr>
                                        <p:cTn id="220" dur="1000"/>
                                        <p:tgtEl>
                                          <p:spTgt spid="28"/>
                                        </p:tgtEl>
                                      </p:cBhvr>
                                    </p:animEffect>
                                    <p:anim calcmode="lin" valueType="num">
                                      <p:cBhvr>
                                        <p:cTn id="221" dur="1000" fill="hold"/>
                                        <p:tgtEl>
                                          <p:spTgt spid="28"/>
                                        </p:tgtEl>
                                        <p:attrNameLst>
                                          <p:attrName>ppt_x</p:attrName>
                                        </p:attrNameLst>
                                      </p:cBhvr>
                                      <p:tavLst>
                                        <p:tav tm="0">
                                          <p:val>
                                            <p:strVal val="#ppt_x"/>
                                          </p:val>
                                        </p:tav>
                                        <p:tav tm="100000">
                                          <p:val>
                                            <p:strVal val="#ppt_x"/>
                                          </p:val>
                                        </p:tav>
                                      </p:tavLst>
                                    </p:anim>
                                    <p:anim calcmode="lin" valueType="num">
                                      <p:cBhvr>
                                        <p:cTn id="22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23" fill="hold">
                      <p:stCondLst>
                        <p:cond delay="indefinite"/>
                      </p:stCondLst>
                      <p:childTnLst>
                        <p:par>
                          <p:cTn id="224" fill="hold">
                            <p:stCondLst>
                              <p:cond delay="0"/>
                            </p:stCondLst>
                            <p:childTnLst>
                              <p:par>
                                <p:cTn id="225" presetID="42" presetClass="entr" presetSubtype="0" fill="hold" grpId="0" nodeType="clickEffect">
                                  <p:stCondLst>
                                    <p:cond delay="0"/>
                                  </p:stCondLst>
                                  <p:childTnLst>
                                    <p:set>
                                      <p:cBhvr>
                                        <p:cTn id="226" dur="1" fill="hold">
                                          <p:stCondLst>
                                            <p:cond delay="0"/>
                                          </p:stCondLst>
                                        </p:cTn>
                                        <p:tgtEl>
                                          <p:spTgt spid="50"/>
                                        </p:tgtEl>
                                        <p:attrNameLst>
                                          <p:attrName>style.visibility</p:attrName>
                                        </p:attrNameLst>
                                      </p:cBhvr>
                                      <p:to>
                                        <p:strVal val="visible"/>
                                      </p:to>
                                    </p:set>
                                    <p:animEffect transition="in" filter="fade">
                                      <p:cBhvr>
                                        <p:cTn id="227" dur="1000"/>
                                        <p:tgtEl>
                                          <p:spTgt spid="50"/>
                                        </p:tgtEl>
                                      </p:cBhvr>
                                    </p:animEffect>
                                    <p:anim calcmode="lin" valueType="num">
                                      <p:cBhvr>
                                        <p:cTn id="228" dur="1000" fill="hold"/>
                                        <p:tgtEl>
                                          <p:spTgt spid="50"/>
                                        </p:tgtEl>
                                        <p:attrNameLst>
                                          <p:attrName>ppt_x</p:attrName>
                                        </p:attrNameLst>
                                      </p:cBhvr>
                                      <p:tavLst>
                                        <p:tav tm="0">
                                          <p:val>
                                            <p:strVal val="#ppt_x"/>
                                          </p:val>
                                        </p:tav>
                                        <p:tav tm="100000">
                                          <p:val>
                                            <p:strVal val="#ppt_x"/>
                                          </p:val>
                                        </p:tav>
                                      </p:tavLst>
                                    </p:anim>
                                    <p:anim calcmode="lin" valueType="num">
                                      <p:cBhvr>
                                        <p:cTn id="229" dur="1000" fill="hold"/>
                                        <p:tgtEl>
                                          <p:spTgt spid="50"/>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31" dur="1" fill="hold">
                                          <p:stCondLst>
                                            <p:cond delay="0"/>
                                          </p:stCondLst>
                                        </p:cTn>
                                        <p:tgtEl>
                                          <p:spTgt spid="29"/>
                                        </p:tgtEl>
                                        <p:attrNameLst>
                                          <p:attrName>style.visibility</p:attrName>
                                        </p:attrNameLst>
                                      </p:cBhvr>
                                      <p:to>
                                        <p:strVal val="visible"/>
                                      </p:to>
                                    </p:set>
                                    <p:animEffect transition="in" filter="fade">
                                      <p:cBhvr>
                                        <p:cTn id="232" dur="1000"/>
                                        <p:tgtEl>
                                          <p:spTgt spid="29"/>
                                        </p:tgtEl>
                                      </p:cBhvr>
                                    </p:animEffect>
                                    <p:anim calcmode="lin" valueType="num">
                                      <p:cBhvr>
                                        <p:cTn id="233" dur="1000" fill="hold"/>
                                        <p:tgtEl>
                                          <p:spTgt spid="29"/>
                                        </p:tgtEl>
                                        <p:attrNameLst>
                                          <p:attrName>ppt_x</p:attrName>
                                        </p:attrNameLst>
                                      </p:cBhvr>
                                      <p:tavLst>
                                        <p:tav tm="0">
                                          <p:val>
                                            <p:strVal val="#ppt_x"/>
                                          </p:val>
                                        </p:tav>
                                        <p:tav tm="100000">
                                          <p:val>
                                            <p:strVal val="#ppt_x"/>
                                          </p:val>
                                        </p:tav>
                                      </p:tavLst>
                                    </p:anim>
                                    <p:anim calcmode="lin" valueType="num">
                                      <p:cBhvr>
                                        <p:cTn id="23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35" fill="hold">
                      <p:stCondLst>
                        <p:cond delay="indefinite"/>
                      </p:stCondLst>
                      <p:childTnLst>
                        <p:par>
                          <p:cTn id="236" fill="hold">
                            <p:stCondLst>
                              <p:cond delay="0"/>
                            </p:stCondLst>
                            <p:childTnLst>
                              <p:par>
                                <p:cTn id="237" presetID="42" presetClass="entr" presetSubtype="0" fill="hold" grpId="0" nodeType="clickEffect">
                                  <p:stCondLst>
                                    <p:cond delay="0"/>
                                  </p:stCondLst>
                                  <p:childTnLst>
                                    <p:set>
                                      <p:cBhvr>
                                        <p:cTn id="238" dur="1" fill="hold">
                                          <p:stCondLst>
                                            <p:cond delay="0"/>
                                          </p:stCondLst>
                                        </p:cTn>
                                        <p:tgtEl>
                                          <p:spTgt spid="51"/>
                                        </p:tgtEl>
                                        <p:attrNameLst>
                                          <p:attrName>style.visibility</p:attrName>
                                        </p:attrNameLst>
                                      </p:cBhvr>
                                      <p:to>
                                        <p:strVal val="visible"/>
                                      </p:to>
                                    </p:set>
                                    <p:animEffect transition="in" filter="fade">
                                      <p:cBhvr>
                                        <p:cTn id="239" dur="1000"/>
                                        <p:tgtEl>
                                          <p:spTgt spid="51"/>
                                        </p:tgtEl>
                                      </p:cBhvr>
                                    </p:animEffect>
                                    <p:anim calcmode="lin" valueType="num">
                                      <p:cBhvr>
                                        <p:cTn id="240" dur="1000" fill="hold"/>
                                        <p:tgtEl>
                                          <p:spTgt spid="51"/>
                                        </p:tgtEl>
                                        <p:attrNameLst>
                                          <p:attrName>ppt_x</p:attrName>
                                        </p:attrNameLst>
                                      </p:cBhvr>
                                      <p:tavLst>
                                        <p:tav tm="0">
                                          <p:val>
                                            <p:strVal val="#ppt_x"/>
                                          </p:val>
                                        </p:tav>
                                        <p:tav tm="100000">
                                          <p:val>
                                            <p:strVal val="#ppt_x"/>
                                          </p:val>
                                        </p:tav>
                                      </p:tavLst>
                                    </p:anim>
                                    <p:anim calcmode="lin" valueType="num">
                                      <p:cBhvr>
                                        <p:cTn id="241" dur="1000" fill="hold"/>
                                        <p:tgtEl>
                                          <p:spTgt spid="51"/>
                                        </p:tgtEl>
                                        <p:attrNameLst>
                                          <p:attrName>ppt_y</p:attrName>
                                        </p:attrNameLst>
                                      </p:cBhvr>
                                      <p:tavLst>
                                        <p:tav tm="0">
                                          <p:val>
                                            <p:strVal val="#ppt_y+.1"/>
                                          </p:val>
                                        </p:tav>
                                        <p:tav tm="100000">
                                          <p:val>
                                            <p:strVal val="#ppt_y"/>
                                          </p:val>
                                        </p:tav>
                                      </p:tavLst>
                                    </p:anim>
                                  </p:childTnLst>
                                </p:cTn>
                              </p:par>
                              <p:par>
                                <p:cTn id="242" presetID="42" presetClass="entr" presetSubtype="0" fill="hold" nodeType="withEffect">
                                  <p:stCondLst>
                                    <p:cond delay="0"/>
                                  </p:stCondLst>
                                  <p:childTnLst>
                                    <p:set>
                                      <p:cBhvr>
                                        <p:cTn id="243" dur="1" fill="hold">
                                          <p:stCondLst>
                                            <p:cond delay="0"/>
                                          </p:stCondLst>
                                        </p:cTn>
                                        <p:tgtEl>
                                          <p:spTgt spid="30"/>
                                        </p:tgtEl>
                                        <p:attrNameLst>
                                          <p:attrName>style.visibility</p:attrName>
                                        </p:attrNameLst>
                                      </p:cBhvr>
                                      <p:to>
                                        <p:strVal val="visible"/>
                                      </p:to>
                                    </p:set>
                                    <p:animEffect transition="in" filter="fade">
                                      <p:cBhvr>
                                        <p:cTn id="244" dur="1000"/>
                                        <p:tgtEl>
                                          <p:spTgt spid="30"/>
                                        </p:tgtEl>
                                      </p:cBhvr>
                                    </p:animEffect>
                                    <p:anim calcmode="lin" valueType="num">
                                      <p:cBhvr>
                                        <p:cTn id="245" dur="1000" fill="hold"/>
                                        <p:tgtEl>
                                          <p:spTgt spid="30"/>
                                        </p:tgtEl>
                                        <p:attrNameLst>
                                          <p:attrName>ppt_x</p:attrName>
                                        </p:attrNameLst>
                                      </p:cBhvr>
                                      <p:tavLst>
                                        <p:tav tm="0">
                                          <p:val>
                                            <p:strVal val="#ppt_x"/>
                                          </p:val>
                                        </p:tav>
                                        <p:tav tm="100000">
                                          <p:val>
                                            <p:strVal val="#ppt_x"/>
                                          </p:val>
                                        </p:tav>
                                      </p:tavLst>
                                    </p:anim>
                                    <p:anim calcmode="lin" valueType="num">
                                      <p:cBhvr>
                                        <p:cTn id="24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47" fill="hold">
                      <p:stCondLst>
                        <p:cond delay="indefinite"/>
                      </p:stCondLst>
                      <p:childTnLst>
                        <p:par>
                          <p:cTn id="248" fill="hold">
                            <p:stCondLst>
                              <p:cond delay="0"/>
                            </p:stCondLst>
                            <p:childTnLst>
                              <p:par>
                                <p:cTn id="249" presetID="42" presetClass="entr" presetSubtype="0" fill="hold" grpId="0" nodeType="clickEffect">
                                  <p:stCondLst>
                                    <p:cond delay="0"/>
                                  </p:stCondLst>
                                  <p:childTnLst>
                                    <p:set>
                                      <p:cBhvr>
                                        <p:cTn id="250" dur="1" fill="hold">
                                          <p:stCondLst>
                                            <p:cond delay="0"/>
                                          </p:stCondLst>
                                        </p:cTn>
                                        <p:tgtEl>
                                          <p:spTgt spid="52"/>
                                        </p:tgtEl>
                                        <p:attrNameLst>
                                          <p:attrName>style.visibility</p:attrName>
                                        </p:attrNameLst>
                                      </p:cBhvr>
                                      <p:to>
                                        <p:strVal val="visible"/>
                                      </p:to>
                                    </p:set>
                                    <p:animEffect transition="in" filter="fade">
                                      <p:cBhvr>
                                        <p:cTn id="251" dur="1000"/>
                                        <p:tgtEl>
                                          <p:spTgt spid="52"/>
                                        </p:tgtEl>
                                      </p:cBhvr>
                                    </p:animEffect>
                                    <p:anim calcmode="lin" valueType="num">
                                      <p:cBhvr>
                                        <p:cTn id="252" dur="1000" fill="hold"/>
                                        <p:tgtEl>
                                          <p:spTgt spid="52"/>
                                        </p:tgtEl>
                                        <p:attrNameLst>
                                          <p:attrName>ppt_x</p:attrName>
                                        </p:attrNameLst>
                                      </p:cBhvr>
                                      <p:tavLst>
                                        <p:tav tm="0">
                                          <p:val>
                                            <p:strVal val="#ppt_x"/>
                                          </p:val>
                                        </p:tav>
                                        <p:tav tm="100000">
                                          <p:val>
                                            <p:strVal val="#ppt_x"/>
                                          </p:val>
                                        </p:tav>
                                      </p:tavLst>
                                    </p:anim>
                                    <p:anim calcmode="lin" valueType="num">
                                      <p:cBhvr>
                                        <p:cTn id="253" dur="1000" fill="hold"/>
                                        <p:tgtEl>
                                          <p:spTgt spid="52"/>
                                        </p:tgtEl>
                                        <p:attrNameLst>
                                          <p:attrName>ppt_y</p:attrName>
                                        </p:attrNameLst>
                                      </p:cBhvr>
                                      <p:tavLst>
                                        <p:tav tm="0">
                                          <p:val>
                                            <p:strVal val="#ppt_y+.1"/>
                                          </p:val>
                                        </p:tav>
                                        <p:tav tm="100000">
                                          <p:val>
                                            <p:strVal val="#ppt_y"/>
                                          </p:val>
                                        </p:tav>
                                      </p:tavLst>
                                    </p:anim>
                                  </p:childTnLst>
                                </p:cTn>
                              </p:par>
                              <p:par>
                                <p:cTn id="254" presetID="42" presetClass="entr" presetSubtype="0" fill="hold" nodeType="withEffect">
                                  <p:stCondLst>
                                    <p:cond delay="0"/>
                                  </p:stCondLst>
                                  <p:childTnLst>
                                    <p:set>
                                      <p:cBhvr>
                                        <p:cTn id="255" dur="1" fill="hold">
                                          <p:stCondLst>
                                            <p:cond delay="0"/>
                                          </p:stCondLst>
                                        </p:cTn>
                                        <p:tgtEl>
                                          <p:spTgt spid="32"/>
                                        </p:tgtEl>
                                        <p:attrNameLst>
                                          <p:attrName>style.visibility</p:attrName>
                                        </p:attrNameLst>
                                      </p:cBhvr>
                                      <p:to>
                                        <p:strVal val="visible"/>
                                      </p:to>
                                    </p:set>
                                    <p:animEffect transition="in" filter="fade">
                                      <p:cBhvr>
                                        <p:cTn id="256" dur="1000"/>
                                        <p:tgtEl>
                                          <p:spTgt spid="32"/>
                                        </p:tgtEl>
                                      </p:cBhvr>
                                    </p:animEffect>
                                    <p:anim calcmode="lin" valueType="num">
                                      <p:cBhvr>
                                        <p:cTn id="257" dur="1000" fill="hold"/>
                                        <p:tgtEl>
                                          <p:spTgt spid="32"/>
                                        </p:tgtEl>
                                        <p:attrNameLst>
                                          <p:attrName>ppt_x</p:attrName>
                                        </p:attrNameLst>
                                      </p:cBhvr>
                                      <p:tavLst>
                                        <p:tav tm="0">
                                          <p:val>
                                            <p:strVal val="#ppt_x"/>
                                          </p:val>
                                        </p:tav>
                                        <p:tav tm="100000">
                                          <p:val>
                                            <p:strVal val="#ppt_x"/>
                                          </p:val>
                                        </p:tav>
                                      </p:tavLst>
                                    </p:anim>
                                    <p:anim calcmode="lin" valueType="num">
                                      <p:cBhvr>
                                        <p:cTn id="258"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9810750" y="4476750"/>
            <a:ext cx="2381250" cy="2857500"/>
          </a:xfrm>
          <a:prstGeom prst="rect">
            <a:avLst/>
          </a:prstGeom>
        </p:spPr>
      </p:pic>
      <p:pic>
        <p:nvPicPr>
          <p:cNvPr id="4" name="Image 2" descr="preencoded.png"/>
          <p:cNvPicPr>
            <a:picLocks noChangeAspect="1"/>
          </p:cNvPicPr>
          <p:nvPr/>
        </p:nvPicPr>
        <p:blipFill>
          <a:blip r:embed="rId5"/>
          <a:stretch>
            <a:fillRect/>
          </a:stretch>
        </p:blipFill>
        <p:spPr>
          <a:xfrm>
            <a:off x="0" y="0"/>
            <a:ext cx="1619250" cy="1619250"/>
          </a:xfrm>
          <a:prstGeom prst="rect">
            <a:avLst/>
          </a:prstGeom>
        </p:spPr>
      </p:pic>
      <p:pic>
        <p:nvPicPr>
          <p:cNvPr id="5" name="Image 3" descr="preencoded.png"/>
          <p:cNvPicPr>
            <a:picLocks noChangeAspect="1"/>
          </p:cNvPicPr>
          <p:nvPr/>
        </p:nvPicPr>
        <p:blipFill>
          <a:blip r:embed="rId6"/>
          <a:stretch>
            <a:fillRect/>
          </a:stretch>
        </p:blipFill>
        <p:spPr>
          <a:xfrm>
            <a:off x="381000" y="838200"/>
            <a:ext cx="762000" cy="38100"/>
          </a:xfrm>
          <a:prstGeom prst="rect">
            <a:avLst/>
          </a:prstGeom>
        </p:spPr>
      </p:pic>
      <p:pic>
        <p:nvPicPr>
          <p:cNvPr id="6" name="Image 4" descr="preencoded.png"/>
          <p:cNvPicPr>
            <a:picLocks noChangeAspect="1"/>
          </p:cNvPicPr>
          <p:nvPr/>
        </p:nvPicPr>
        <p:blipFill>
          <a:blip r:embed="rId7"/>
          <a:stretch>
            <a:fillRect/>
          </a:stretch>
        </p:blipFill>
        <p:spPr>
          <a:xfrm>
            <a:off x="381000" y="1104900"/>
            <a:ext cx="5486400" cy="2514600"/>
          </a:xfrm>
          <a:prstGeom prst="rect">
            <a:avLst/>
          </a:prstGeom>
        </p:spPr>
      </p:pic>
      <p:pic>
        <p:nvPicPr>
          <p:cNvPr id="7" name="Image 5" descr="preencoded.png"/>
          <p:cNvPicPr>
            <a:picLocks noChangeAspect="1"/>
          </p:cNvPicPr>
          <p:nvPr/>
        </p:nvPicPr>
        <p:blipFill>
          <a:blip r:embed="rId8"/>
          <a:stretch>
            <a:fillRect/>
          </a:stretch>
        </p:blipFill>
        <p:spPr>
          <a:xfrm>
            <a:off x="571500" y="1323975"/>
            <a:ext cx="228600" cy="228600"/>
          </a:xfrm>
          <a:prstGeom prst="rect">
            <a:avLst/>
          </a:prstGeom>
        </p:spPr>
      </p:pic>
      <p:pic>
        <p:nvPicPr>
          <p:cNvPr id="8" name="Image 6" descr="preencoded.png"/>
          <p:cNvPicPr>
            <a:picLocks noChangeAspect="1"/>
          </p:cNvPicPr>
          <p:nvPr/>
        </p:nvPicPr>
        <p:blipFill>
          <a:blip r:embed="rId9"/>
          <a:stretch>
            <a:fillRect/>
          </a:stretch>
        </p:blipFill>
        <p:spPr>
          <a:xfrm>
            <a:off x="571500" y="1714500"/>
            <a:ext cx="85725" cy="171450"/>
          </a:xfrm>
          <a:prstGeom prst="rect">
            <a:avLst/>
          </a:prstGeom>
        </p:spPr>
      </p:pic>
      <p:pic>
        <p:nvPicPr>
          <p:cNvPr id="9" name="Image 7" descr="preencoded.png"/>
          <p:cNvPicPr>
            <a:picLocks noChangeAspect="1"/>
          </p:cNvPicPr>
          <p:nvPr/>
        </p:nvPicPr>
        <p:blipFill>
          <a:blip r:embed="rId9"/>
          <a:stretch>
            <a:fillRect/>
          </a:stretch>
        </p:blipFill>
        <p:spPr>
          <a:xfrm>
            <a:off x="571500" y="2324100"/>
            <a:ext cx="85725" cy="171450"/>
          </a:xfrm>
          <a:prstGeom prst="rect">
            <a:avLst/>
          </a:prstGeom>
        </p:spPr>
      </p:pic>
      <p:pic>
        <p:nvPicPr>
          <p:cNvPr id="10" name="Image 8" descr="preencoded.png"/>
          <p:cNvPicPr>
            <a:picLocks noChangeAspect="1"/>
          </p:cNvPicPr>
          <p:nvPr/>
        </p:nvPicPr>
        <p:blipFill>
          <a:blip r:embed="rId9"/>
          <a:stretch>
            <a:fillRect/>
          </a:stretch>
        </p:blipFill>
        <p:spPr>
          <a:xfrm>
            <a:off x="571500" y="2933700"/>
            <a:ext cx="85725" cy="171450"/>
          </a:xfrm>
          <a:prstGeom prst="rect">
            <a:avLst/>
          </a:prstGeom>
        </p:spPr>
      </p:pic>
      <p:pic>
        <p:nvPicPr>
          <p:cNvPr id="11" name="Image 9" descr="preencoded.png"/>
          <p:cNvPicPr>
            <a:picLocks noChangeAspect="1"/>
          </p:cNvPicPr>
          <p:nvPr/>
        </p:nvPicPr>
        <p:blipFill>
          <a:blip r:embed="rId10"/>
          <a:stretch>
            <a:fillRect/>
          </a:stretch>
        </p:blipFill>
        <p:spPr>
          <a:xfrm>
            <a:off x="381000" y="3810000"/>
            <a:ext cx="5486400" cy="1485900"/>
          </a:xfrm>
          <a:prstGeom prst="rect">
            <a:avLst/>
          </a:prstGeom>
        </p:spPr>
      </p:pic>
      <p:pic>
        <p:nvPicPr>
          <p:cNvPr id="12" name="Image 10" descr="preencoded.png"/>
          <p:cNvPicPr>
            <a:picLocks noChangeAspect="1"/>
          </p:cNvPicPr>
          <p:nvPr/>
        </p:nvPicPr>
        <p:blipFill>
          <a:blip r:embed="rId11"/>
          <a:stretch>
            <a:fillRect/>
          </a:stretch>
        </p:blipFill>
        <p:spPr>
          <a:xfrm>
            <a:off x="533400" y="3962400"/>
            <a:ext cx="171450" cy="304800"/>
          </a:xfrm>
          <a:prstGeom prst="rect">
            <a:avLst/>
          </a:prstGeom>
        </p:spPr>
      </p:pic>
      <p:pic>
        <p:nvPicPr>
          <p:cNvPr id="13" name="Image 11" descr="preencoded.png"/>
          <p:cNvPicPr>
            <a:picLocks noChangeAspect="1"/>
          </p:cNvPicPr>
          <p:nvPr/>
        </p:nvPicPr>
        <p:blipFill>
          <a:blip r:embed="rId12"/>
          <a:stretch>
            <a:fillRect/>
          </a:stretch>
        </p:blipFill>
        <p:spPr>
          <a:xfrm>
            <a:off x="6324600" y="1133475"/>
            <a:ext cx="228600" cy="228600"/>
          </a:xfrm>
          <a:prstGeom prst="rect">
            <a:avLst/>
          </a:prstGeom>
        </p:spPr>
      </p:pic>
      <p:pic>
        <p:nvPicPr>
          <p:cNvPr id="14" name="Image 12" descr="preencoded.png"/>
          <p:cNvPicPr>
            <a:picLocks noChangeAspect="1"/>
          </p:cNvPicPr>
          <p:nvPr/>
        </p:nvPicPr>
        <p:blipFill>
          <a:blip r:embed="rId13"/>
          <a:stretch>
            <a:fillRect/>
          </a:stretch>
        </p:blipFill>
        <p:spPr>
          <a:xfrm>
            <a:off x="6324600" y="1524000"/>
            <a:ext cx="2686050" cy="1181100"/>
          </a:xfrm>
          <a:prstGeom prst="rect">
            <a:avLst/>
          </a:prstGeom>
        </p:spPr>
      </p:pic>
      <p:pic>
        <p:nvPicPr>
          <p:cNvPr id="15" name="Image 13" descr="preencoded.png"/>
          <p:cNvPicPr>
            <a:picLocks noChangeAspect="1"/>
          </p:cNvPicPr>
          <p:nvPr/>
        </p:nvPicPr>
        <p:blipFill>
          <a:blip r:embed="rId14"/>
          <a:stretch>
            <a:fillRect/>
          </a:stretch>
        </p:blipFill>
        <p:spPr>
          <a:xfrm>
            <a:off x="6438900" y="1638300"/>
            <a:ext cx="476250" cy="476250"/>
          </a:xfrm>
          <a:prstGeom prst="rect">
            <a:avLst/>
          </a:prstGeom>
        </p:spPr>
      </p:pic>
      <p:pic>
        <p:nvPicPr>
          <p:cNvPr id="16" name="Image 14" descr="preencoded.png"/>
          <p:cNvPicPr>
            <a:picLocks noChangeAspect="1"/>
          </p:cNvPicPr>
          <p:nvPr/>
        </p:nvPicPr>
        <p:blipFill>
          <a:blip r:embed="rId15"/>
          <a:stretch>
            <a:fillRect/>
          </a:stretch>
        </p:blipFill>
        <p:spPr>
          <a:xfrm>
            <a:off x="6557963" y="1743075"/>
            <a:ext cx="238125" cy="266700"/>
          </a:xfrm>
          <a:prstGeom prst="rect">
            <a:avLst/>
          </a:prstGeom>
        </p:spPr>
      </p:pic>
      <p:pic>
        <p:nvPicPr>
          <p:cNvPr id="17" name="Image 15" descr="preencoded.png"/>
          <p:cNvPicPr>
            <a:picLocks noChangeAspect="1"/>
          </p:cNvPicPr>
          <p:nvPr/>
        </p:nvPicPr>
        <p:blipFill>
          <a:blip r:embed="rId13"/>
          <a:stretch>
            <a:fillRect/>
          </a:stretch>
        </p:blipFill>
        <p:spPr>
          <a:xfrm>
            <a:off x="9124950" y="1524000"/>
            <a:ext cx="2686050" cy="1181100"/>
          </a:xfrm>
          <a:prstGeom prst="rect">
            <a:avLst/>
          </a:prstGeom>
        </p:spPr>
      </p:pic>
      <p:pic>
        <p:nvPicPr>
          <p:cNvPr id="18" name="Image 16" descr="preencoded.png"/>
          <p:cNvPicPr>
            <a:picLocks noChangeAspect="1"/>
          </p:cNvPicPr>
          <p:nvPr/>
        </p:nvPicPr>
        <p:blipFill>
          <a:blip r:embed="rId16"/>
          <a:stretch>
            <a:fillRect/>
          </a:stretch>
        </p:blipFill>
        <p:spPr>
          <a:xfrm>
            <a:off x="9239250" y="1638300"/>
            <a:ext cx="476250" cy="476250"/>
          </a:xfrm>
          <a:prstGeom prst="rect">
            <a:avLst/>
          </a:prstGeom>
        </p:spPr>
      </p:pic>
      <p:pic>
        <p:nvPicPr>
          <p:cNvPr id="19" name="Image 17" descr="preencoded.png"/>
          <p:cNvPicPr>
            <a:picLocks noChangeAspect="1"/>
          </p:cNvPicPr>
          <p:nvPr/>
        </p:nvPicPr>
        <p:blipFill>
          <a:blip r:embed="rId17"/>
          <a:stretch>
            <a:fillRect/>
          </a:stretch>
        </p:blipFill>
        <p:spPr>
          <a:xfrm>
            <a:off x="9367838" y="1743075"/>
            <a:ext cx="219075" cy="266700"/>
          </a:xfrm>
          <a:prstGeom prst="rect">
            <a:avLst/>
          </a:prstGeom>
        </p:spPr>
      </p:pic>
      <p:pic>
        <p:nvPicPr>
          <p:cNvPr id="20" name="Image 18" descr="preencoded.png"/>
          <p:cNvPicPr>
            <a:picLocks noChangeAspect="1"/>
          </p:cNvPicPr>
          <p:nvPr/>
        </p:nvPicPr>
        <p:blipFill>
          <a:blip r:embed="rId13"/>
          <a:stretch>
            <a:fillRect/>
          </a:stretch>
        </p:blipFill>
        <p:spPr>
          <a:xfrm>
            <a:off x="6324600" y="2819400"/>
            <a:ext cx="2686050" cy="1181100"/>
          </a:xfrm>
          <a:prstGeom prst="rect">
            <a:avLst/>
          </a:prstGeom>
        </p:spPr>
      </p:pic>
      <p:pic>
        <p:nvPicPr>
          <p:cNvPr id="21" name="Image 19" descr="preencoded.png"/>
          <p:cNvPicPr>
            <a:picLocks noChangeAspect="1"/>
          </p:cNvPicPr>
          <p:nvPr/>
        </p:nvPicPr>
        <p:blipFill>
          <a:blip r:embed="rId18"/>
          <a:stretch>
            <a:fillRect/>
          </a:stretch>
        </p:blipFill>
        <p:spPr>
          <a:xfrm>
            <a:off x="6438900" y="2933700"/>
            <a:ext cx="476250" cy="476250"/>
          </a:xfrm>
          <a:prstGeom prst="rect">
            <a:avLst/>
          </a:prstGeom>
        </p:spPr>
      </p:pic>
      <p:pic>
        <p:nvPicPr>
          <p:cNvPr id="22" name="Image 20" descr="preencoded.png"/>
          <p:cNvPicPr>
            <a:picLocks noChangeAspect="1"/>
          </p:cNvPicPr>
          <p:nvPr/>
        </p:nvPicPr>
        <p:blipFill>
          <a:blip r:embed="rId19"/>
          <a:stretch>
            <a:fillRect/>
          </a:stretch>
        </p:blipFill>
        <p:spPr>
          <a:xfrm>
            <a:off x="6581775" y="3038475"/>
            <a:ext cx="190500" cy="266700"/>
          </a:xfrm>
          <a:prstGeom prst="rect">
            <a:avLst/>
          </a:prstGeom>
        </p:spPr>
      </p:pic>
      <p:pic>
        <p:nvPicPr>
          <p:cNvPr id="23" name="Image 21" descr="preencoded.png"/>
          <p:cNvPicPr>
            <a:picLocks noChangeAspect="1"/>
          </p:cNvPicPr>
          <p:nvPr/>
        </p:nvPicPr>
        <p:blipFill>
          <a:blip r:embed="rId13"/>
          <a:stretch>
            <a:fillRect/>
          </a:stretch>
        </p:blipFill>
        <p:spPr>
          <a:xfrm>
            <a:off x="9124950" y="2819400"/>
            <a:ext cx="2686050" cy="1181100"/>
          </a:xfrm>
          <a:prstGeom prst="rect">
            <a:avLst/>
          </a:prstGeom>
        </p:spPr>
      </p:pic>
      <p:pic>
        <p:nvPicPr>
          <p:cNvPr id="24" name="Image 22" descr="preencoded.png"/>
          <p:cNvPicPr>
            <a:picLocks noChangeAspect="1"/>
          </p:cNvPicPr>
          <p:nvPr/>
        </p:nvPicPr>
        <p:blipFill>
          <a:blip r:embed="rId20"/>
          <a:stretch>
            <a:fillRect/>
          </a:stretch>
        </p:blipFill>
        <p:spPr>
          <a:xfrm>
            <a:off x="9239250" y="2933700"/>
            <a:ext cx="476250" cy="476250"/>
          </a:xfrm>
          <a:prstGeom prst="rect">
            <a:avLst/>
          </a:prstGeom>
        </p:spPr>
      </p:pic>
      <p:pic>
        <p:nvPicPr>
          <p:cNvPr id="25" name="Image 23" descr="preencoded.png"/>
          <p:cNvPicPr>
            <a:picLocks noChangeAspect="1"/>
          </p:cNvPicPr>
          <p:nvPr/>
        </p:nvPicPr>
        <p:blipFill>
          <a:blip r:embed="rId21"/>
          <a:stretch>
            <a:fillRect/>
          </a:stretch>
        </p:blipFill>
        <p:spPr>
          <a:xfrm>
            <a:off x="9358313" y="3038475"/>
            <a:ext cx="238125" cy="266700"/>
          </a:xfrm>
          <a:prstGeom prst="rect">
            <a:avLst/>
          </a:prstGeom>
        </p:spPr>
      </p:pic>
      <p:pic>
        <p:nvPicPr>
          <p:cNvPr id="26" name="Image 24" descr="preencoded.png"/>
          <p:cNvPicPr>
            <a:picLocks noChangeAspect="1"/>
          </p:cNvPicPr>
          <p:nvPr/>
        </p:nvPicPr>
        <p:blipFill>
          <a:blip r:embed="rId22"/>
          <a:stretch>
            <a:fillRect/>
          </a:stretch>
        </p:blipFill>
        <p:spPr>
          <a:xfrm>
            <a:off x="0" y="6781800"/>
            <a:ext cx="12192000" cy="76200"/>
          </a:xfrm>
          <a:prstGeom prst="rect">
            <a:avLst/>
          </a:prstGeom>
        </p:spPr>
      </p:pic>
      <p:sp>
        <p:nvSpPr>
          <p:cNvPr id="27"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374151"/>
                </a:solidFill>
                <a:latin typeface="ui-sans-serif" pitchFamily="34" charset="0"/>
                <a:ea typeface="ui-sans-serif" pitchFamily="34" charset="-122"/>
                <a:cs typeface="ui-sans-serif" pitchFamily="34" charset="-120"/>
              </a:rPr>
              <a:t>Kết </a:t>
            </a:r>
            <a:r>
              <a:rPr lang="en-US" sz="2700" b="1" dirty="0">
                <a:solidFill>
                  <a:srgbClr val="FF7F50"/>
                </a:solidFill>
                <a:latin typeface="ui-sans-serif" pitchFamily="34" charset="0"/>
                <a:ea typeface="ui-sans-serif" pitchFamily="34" charset="-122"/>
                <a:cs typeface="ui-sans-serif" pitchFamily="34" charset="-120"/>
              </a:rPr>
              <a:t>luận</a:t>
            </a:r>
            <a:endParaRPr lang="en-US" sz="2700" dirty="0"/>
          </a:p>
        </p:txBody>
      </p:sp>
      <p:sp>
        <p:nvSpPr>
          <p:cNvPr id="28" name="Text 1"/>
          <p:cNvSpPr/>
          <p:nvPr/>
        </p:nvSpPr>
        <p:spPr>
          <a:xfrm>
            <a:off x="876300" y="1295400"/>
            <a:ext cx="5105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Hoàn thành dự án</a:t>
            </a:r>
            <a:endParaRPr lang="en-US" sz="1800" dirty="0"/>
          </a:p>
        </p:txBody>
      </p:sp>
      <p:sp>
        <p:nvSpPr>
          <p:cNvPr id="29" name="Text 2"/>
          <p:cNvSpPr/>
          <p:nvPr/>
        </p:nvSpPr>
        <p:spPr>
          <a:xfrm>
            <a:off x="733425" y="1676400"/>
            <a:ext cx="49434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Xây dựng thành công hệ thống nhận diện cảm xúc người dùng thời gian thực</a:t>
            </a:r>
            <a:endParaRPr lang="en-US" sz="1350" dirty="0"/>
          </a:p>
        </p:txBody>
      </p:sp>
      <p:sp>
        <p:nvSpPr>
          <p:cNvPr id="30" name="Text 3"/>
          <p:cNvSpPr/>
          <p:nvPr/>
        </p:nvSpPr>
        <p:spPr>
          <a:xfrm>
            <a:off x="733425" y="2286000"/>
            <a:ext cx="49434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Huấn luyện mô hình CNN đạt độ chính xác xấp xỉ 78% trên tập validation</a:t>
            </a:r>
            <a:endParaRPr lang="en-US" sz="1350" dirty="0"/>
          </a:p>
        </p:txBody>
      </p:sp>
      <p:sp>
        <p:nvSpPr>
          <p:cNvPr id="31" name="Text 4"/>
          <p:cNvSpPr/>
          <p:nvPr/>
        </p:nvSpPr>
        <p:spPr>
          <a:xfrm>
            <a:off x="733425" y="2895600"/>
            <a:ext cx="4943475" cy="533400"/>
          </a:xfrm>
          <a:prstGeom prst="rect">
            <a:avLst/>
          </a:prstGeom>
          <a:noFill/>
          <a:ln/>
        </p:spPr>
        <p:txBody>
          <a:bodyPr vert="horz" wrap="square" lIns="0" tIns="0" rIns="0" bIns="0" rtlCol="0" anchor="t"/>
          <a:lstStyle/>
          <a:p>
            <a:pPr marL="0" indent="0" algn="l">
              <a:lnSpc>
                <a:spcPts val="2100"/>
              </a:lnSpc>
              <a:buNone/>
            </a:pPr>
            <a:r>
              <a:rPr lang="en-US" sz="1350" dirty="0">
                <a:solidFill>
                  <a:srgbClr val="4B5563"/>
                </a:solidFill>
                <a:latin typeface="ui-sans-serif" pitchFamily="34" charset="0"/>
                <a:ea typeface="ui-sans-serif" pitchFamily="34" charset="-122"/>
                <a:cs typeface="ui-sans-serif" pitchFamily="34" charset="-120"/>
              </a:rPr>
              <a:t>Phát triển giao diện web xử lý video và âm thanh trực tiếp</a:t>
            </a:r>
            <a:endParaRPr lang="en-US" sz="1350" dirty="0"/>
          </a:p>
        </p:txBody>
      </p:sp>
      <p:sp>
        <p:nvSpPr>
          <p:cNvPr id="32" name="Text 5"/>
          <p:cNvSpPr/>
          <p:nvPr/>
        </p:nvSpPr>
        <p:spPr>
          <a:xfrm>
            <a:off x="819150" y="3981450"/>
            <a:ext cx="2851071"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Khẳng định tiềm năng</a:t>
            </a:r>
            <a:endParaRPr lang="en-US" sz="1500" dirty="0"/>
          </a:p>
        </p:txBody>
      </p:sp>
      <p:sp>
        <p:nvSpPr>
          <p:cNvPr id="33" name="Text 6"/>
          <p:cNvSpPr/>
          <p:nvPr/>
        </p:nvSpPr>
        <p:spPr>
          <a:xfrm>
            <a:off x="533400" y="4343400"/>
            <a:ext cx="5181600" cy="800100"/>
          </a:xfrm>
          <a:prstGeom prst="rect">
            <a:avLst/>
          </a:prstGeom>
          <a:noFill/>
          <a:ln/>
        </p:spPr>
        <p:txBody>
          <a:bodyPr vert="horz" wrap="square" lIns="0" tIns="0" rIns="0" bIns="0" rtlCol="0" anchor="t"/>
          <a:lstStyle/>
          <a:p>
            <a:pPr marL="0" indent="0">
              <a:lnSpc>
                <a:spcPts val="2100"/>
              </a:lnSpc>
              <a:buNone/>
            </a:pPr>
            <a:r>
              <a:rPr lang="en-US" sz="1350" dirty="0">
                <a:solidFill>
                  <a:srgbClr val="4B5563"/>
                </a:solidFill>
                <a:latin typeface="ui-sans-serif" pitchFamily="34" charset="0"/>
                <a:ea typeface="ui-sans-serif" pitchFamily="34" charset="-122"/>
                <a:cs typeface="ui-sans-serif" pitchFamily="34" charset="-120"/>
              </a:rPr>
              <a:t>Hệ thống đã chứng minh tiềm năng lớn của công nghệ học máy trong việc hiểu và phản hồi cảm xúc con người, mở ra nhiều ứng dụng thực tiễn.</a:t>
            </a:r>
            <a:endParaRPr lang="en-US" sz="1350" dirty="0"/>
          </a:p>
        </p:txBody>
      </p:sp>
      <p:sp>
        <p:nvSpPr>
          <p:cNvPr id="34" name="Text 7"/>
          <p:cNvSpPr/>
          <p:nvPr/>
        </p:nvSpPr>
        <p:spPr>
          <a:xfrm>
            <a:off x="6629400" y="1104900"/>
            <a:ext cx="5486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374151"/>
                </a:solidFill>
                <a:latin typeface="ui-sans-serif" pitchFamily="34" charset="0"/>
                <a:ea typeface="ui-sans-serif" pitchFamily="34" charset="-122"/>
                <a:cs typeface="ui-sans-serif" pitchFamily="34" charset="-120"/>
              </a:rPr>
              <a:t>Lĩnh vực ứng dụng</a:t>
            </a:r>
            <a:endParaRPr lang="en-US" sz="1800" dirty="0"/>
          </a:p>
        </p:txBody>
      </p:sp>
      <p:sp>
        <p:nvSpPr>
          <p:cNvPr id="35" name="Text 8"/>
          <p:cNvSpPr/>
          <p:nvPr/>
        </p:nvSpPr>
        <p:spPr>
          <a:xfrm>
            <a:off x="7029450" y="1638300"/>
            <a:ext cx="18669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Giáo dục</a:t>
            </a:r>
            <a:endParaRPr lang="en-US" sz="1200" dirty="0"/>
          </a:p>
        </p:txBody>
      </p:sp>
      <p:sp>
        <p:nvSpPr>
          <p:cNvPr id="36" name="Text 9"/>
          <p:cNvSpPr/>
          <p:nvPr/>
        </p:nvSpPr>
        <p:spPr>
          <a:xfrm>
            <a:off x="7029450" y="1905000"/>
            <a:ext cx="18669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Theo dõi và phân tích trạng thái cảm xúc học sinh</a:t>
            </a:r>
            <a:endParaRPr lang="en-US" sz="1200" dirty="0"/>
          </a:p>
        </p:txBody>
      </p:sp>
      <p:sp>
        <p:nvSpPr>
          <p:cNvPr id="37" name="Text 10"/>
          <p:cNvSpPr/>
          <p:nvPr/>
        </p:nvSpPr>
        <p:spPr>
          <a:xfrm>
            <a:off x="9829800" y="1638300"/>
            <a:ext cx="22402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Chăm sóc sức khỏe</a:t>
            </a:r>
            <a:endParaRPr lang="en-US" sz="1200" dirty="0"/>
          </a:p>
        </p:txBody>
      </p:sp>
      <p:sp>
        <p:nvSpPr>
          <p:cNvPr id="38" name="Text 11"/>
          <p:cNvSpPr/>
          <p:nvPr/>
        </p:nvSpPr>
        <p:spPr>
          <a:xfrm>
            <a:off x="9829800" y="1905000"/>
            <a:ext cx="18669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Hỗ trợ chẩn đoán và điều trị các vấn đề tâm lý</a:t>
            </a:r>
            <a:endParaRPr lang="en-US" sz="1200" dirty="0"/>
          </a:p>
        </p:txBody>
      </p:sp>
      <p:sp>
        <p:nvSpPr>
          <p:cNvPr id="39" name="Text 12"/>
          <p:cNvSpPr/>
          <p:nvPr/>
        </p:nvSpPr>
        <p:spPr>
          <a:xfrm>
            <a:off x="7029450" y="2933700"/>
            <a:ext cx="18669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Marketing</a:t>
            </a:r>
            <a:endParaRPr lang="en-US" sz="1200" dirty="0"/>
          </a:p>
        </p:txBody>
      </p:sp>
      <p:sp>
        <p:nvSpPr>
          <p:cNvPr id="40" name="Text 13"/>
          <p:cNvSpPr/>
          <p:nvPr/>
        </p:nvSpPr>
        <p:spPr>
          <a:xfrm>
            <a:off x="7029450" y="3200400"/>
            <a:ext cx="18669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Phân tích phản ứng cảm xúc với sản phẩm và chiến dịch</a:t>
            </a:r>
            <a:endParaRPr lang="en-US" sz="1200" dirty="0"/>
          </a:p>
        </p:txBody>
      </p:sp>
      <p:sp>
        <p:nvSpPr>
          <p:cNvPr id="41" name="Text 14"/>
          <p:cNvSpPr/>
          <p:nvPr/>
        </p:nvSpPr>
        <p:spPr>
          <a:xfrm>
            <a:off x="9829800" y="2933700"/>
            <a:ext cx="18669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374151"/>
                </a:solidFill>
                <a:latin typeface="ui-sans-serif" pitchFamily="34" charset="0"/>
                <a:ea typeface="ui-sans-serif" pitchFamily="34" charset="-122"/>
                <a:cs typeface="ui-sans-serif" pitchFamily="34" charset="-120"/>
              </a:rPr>
              <a:t>Giao tiếp</a:t>
            </a:r>
            <a:endParaRPr lang="en-US" sz="1200" dirty="0"/>
          </a:p>
        </p:txBody>
      </p:sp>
      <p:sp>
        <p:nvSpPr>
          <p:cNvPr id="42" name="Text 15"/>
          <p:cNvSpPr/>
          <p:nvPr/>
        </p:nvSpPr>
        <p:spPr>
          <a:xfrm>
            <a:off x="9829800" y="3200400"/>
            <a:ext cx="18669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Nâng cao trải nghiệm giao tiếp con người và máy</a:t>
            </a:r>
            <a:endParaRPr lang="en-US" sz="1200" dirty="0"/>
          </a:p>
        </p:txBody>
      </p:sp>
      <p:sp>
        <p:nvSpPr>
          <p:cNvPr id="43" name="Text 16"/>
          <p:cNvSpPr/>
          <p:nvPr/>
        </p:nvSpPr>
        <p:spPr>
          <a:xfrm>
            <a:off x="381000" y="6286500"/>
            <a:ext cx="1426964"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Trang 12 trong 12</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1000"/>
                                        <p:tgtEl>
                                          <p:spTgt spid="29"/>
                                        </p:tgtEl>
                                      </p:cBhvr>
                                    </p:animEffect>
                                    <p:anim calcmode="lin" valueType="num">
                                      <p:cBhvr>
                                        <p:cTn id="30" dur="1000" fill="hold"/>
                                        <p:tgtEl>
                                          <p:spTgt spid="29"/>
                                        </p:tgtEl>
                                        <p:attrNameLst>
                                          <p:attrName>ppt_x</p:attrName>
                                        </p:attrNameLst>
                                      </p:cBhvr>
                                      <p:tavLst>
                                        <p:tav tm="0">
                                          <p:val>
                                            <p:strVal val="#ppt_x"/>
                                          </p:val>
                                        </p:tav>
                                        <p:tav tm="100000">
                                          <p:val>
                                            <p:strVal val="#ppt_x"/>
                                          </p:val>
                                        </p:tav>
                                      </p:tavLst>
                                    </p:anim>
                                    <p:anim calcmode="lin" valueType="num">
                                      <p:cBhvr>
                                        <p:cTn id="31" dur="1000" fill="hold"/>
                                        <p:tgtEl>
                                          <p:spTgt spid="2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1000"/>
                                        <p:tgtEl>
                                          <p:spTgt spid="30"/>
                                        </p:tgtEl>
                                      </p:cBhvr>
                                    </p:animEffect>
                                    <p:anim calcmode="lin" valueType="num">
                                      <p:cBhvr>
                                        <p:cTn id="42" dur="1000" fill="hold"/>
                                        <p:tgtEl>
                                          <p:spTgt spid="30"/>
                                        </p:tgtEl>
                                        <p:attrNameLst>
                                          <p:attrName>ppt_x</p:attrName>
                                        </p:attrNameLst>
                                      </p:cBhvr>
                                      <p:tavLst>
                                        <p:tav tm="0">
                                          <p:val>
                                            <p:strVal val="#ppt_x"/>
                                          </p:val>
                                        </p:tav>
                                        <p:tav tm="100000">
                                          <p:val>
                                            <p:strVal val="#ppt_x"/>
                                          </p:val>
                                        </p:tav>
                                      </p:tavLst>
                                    </p:anim>
                                    <p:anim calcmode="lin" valueType="num">
                                      <p:cBhvr>
                                        <p:cTn id="43" dur="1000" fill="hold"/>
                                        <p:tgtEl>
                                          <p:spTgt spid="30"/>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1000"/>
                                        <p:tgtEl>
                                          <p:spTgt spid="31"/>
                                        </p:tgtEl>
                                      </p:cBhvr>
                                    </p:animEffect>
                                    <p:anim calcmode="lin" valueType="num">
                                      <p:cBhvr>
                                        <p:cTn id="54" dur="1000" fill="hold"/>
                                        <p:tgtEl>
                                          <p:spTgt spid="31"/>
                                        </p:tgtEl>
                                        <p:attrNameLst>
                                          <p:attrName>ppt_x</p:attrName>
                                        </p:attrNameLst>
                                      </p:cBhvr>
                                      <p:tavLst>
                                        <p:tav tm="0">
                                          <p:val>
                                            <p:strVal val="#ppt_x"/>
                                          </p:val>
                                        </p:tav>
                                        <p:tav tm="100000">
                                          <p:val>
                                            <p:strVal val="#ppt_x"/>
                                          </p:val>
                                        </p:tav>
                                      </p:tavLst>
                                    </p:anim>
                                    <p:anim calcmode="lin" valueType="num">
                                      <p:cBhvr>
                                        <p:cTn id="55" dur="1000" fill="hold"/>
                                        <p:tgtEl>
                                          <p:spTgt spid="31"/>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1000"/>
                                        <p:tgtEl>
                                          <p:spTgt spid="10"/>
                                        </p:tgtEl>
                                      </p:cBhvr>
                                    </p:animEffect>
                                    <p:anim calcmode="lin" valueType="num">
                                      <p:cBhvr>
                                        <p:cTn id="59" dur="1000" fill="hold"/>
                                        <p:tgtEl>
                                          <p:spTgt spid="10"/>
                                        </p:tgtEl>
                                        <p:attrNameLst>
                                          <p:attrName>ppt_x</p:attrName>
                                        </p:attrNameLst>
                                      </p:cBhvr>
                                      <p:tavLst>
                                        <p:tav tm="0">
                                          <p:val>
                                            <p:strVal val="#ppt_x"/>
                                          </p:val>
                                        </p:tav>
                                        <p:tav tm="100000">
                                          <p:val>
                                            <p:strVal val="#ppt_x"/>
                                          </p:val>
                                        </p:tav>
                                      </p:tavLst>
                                    </p:anim>
                                    <p:anim calcmode="lin" valueType="num">
                                      <p:cBhvr>
                                        <p:cTn id="6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1000"/>
                                        <p:tgtEl>
                                          <p:spTgt spid="34"/>
                                        </p:tgtEl>
                                      </p:cBhvr>
                                    </p:animEffect>
                                    <p:anim calcmode="lin" valueType="num">
                                      <p:cBhvr>
                                        <p:cTn id="66" dur="1000" fill="hold"/>
                                        <p:tgtEl>
                                          <p:spTgt spid="34"/>
                                        </p:tgtEl>
                                        <p:attrNameLst>
                                          <p:attrName>ppt_x</p:attrName>
                                        </p:attrNameLst>
                                      </p:cBhvr>
                                      <p:tavLst>
                                        <p:tav tm="0">
                                          <p:val>
                                            <p:strVal val="#ppt_x"/>
                                          </p:val>
                                        </p:tav>
                                        <p:tav tm="100000">
                                          <p:val>
                                            <p:strVal val="#ppt_x"/>
                                          </p:val>
                                        </p:tav>
                                      </p:tavLst>
                                    </p:anim>
                                    <p:anim calcmode="lin" valueType="num">
                                      <p:cBhvr>
                                        <p:cTn id="67" dur="1000" fill="hold"/>
                                        <p:tgtEl>
                                          <p:spTgt spid="34"/>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anim calcmode="lin" valueType="num">
                                      <p:cBhvr>
                                        <p:cTn id="71" dur="1000" fill="hold"/>
                                        <p:tgtEl>
                                          <p:spTgt spid="13"/>
                                        </p:tgtEl>
                                        <p:attrNameLst>
                                          <p:attrName>ppt_x</p:attrName>
                                        </p:attrNameLst>
                                      </p:cBhvr>
                                      <p:tavLst>
                                        <p:tav tm="0">
                                          <p:val>
                                            <p:strVal val="#ppt_x"/>
                                          </p:val>
                                        </p:tav>
                                        <p:tav tm="100000">
                                          <p:val>
                                            <p:strVal val="#ppt_x"/>
                                          </p:val>
                                        </p:tav>
                                      </p:tavLst>
                                    </p:anim>
                                    <p:anim calcmode="lin" valueType="num">
                                      <p:cBhvr>
                                        <p:cTn id="7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1000"/>
                                        <p:tgtEl>
                                          <p:spTgt spid="14"/>
                                        </p:tgtEl>
                                      </p:cBhvr>
                                    </p:animEffect>
                                    <p:anim calcmode="lin" valueType="num">
                                      <p:cBhvr>
                                        <p:cTn id="78" dur="1000" fill="hold"/>
                                        <p:tgtEl>
                                          <p:spTgt spid="14"/>
                                        </p:tgtEl>
                                        <p:attrNameLst>
                                          <p:attrName>ppt_x</p:attrName>
                                        </p:attrNameLst>
                                      </p:cBhvr>
                                      <p:tavLst>
                                        <p:tav tm="0">
                                          <p:val>
                                            <p:strVal val="#ppt_x"/>
                                          </p:val>
                                        </p:tav>
                                        <p:tav tm="100000">
                                          <p:val>
                                            <p:strVal val="#ppt_x"/>
                                          </p:val>
                                        </p:tav>
                                      </p:tavLst>
                                    </p:anim>
                                    <p:anim calcmode="lin" valueType="num">
                                      <p:cBhvr>
                                        <p:cTn id="79" dur="1000" fill="hold"/>
                                        <p:tgtEl>
                                          <p:spTgt spid="14"/>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1000"/>
                                        <p:tgtEl>
                                          <p:spTgt spid="35"/>
                                        </p:tgtEl>
                                      </p:cBhvr>
                                    </p:animEffect>
                                    <p:anim calcmode="lin" valueType="num">
                                      <p:cBhvr>
                                        <p:cTn id="83" dur="1000" fill="hold"/>
                                        <p:tgtEl>
                                          <p:spTgt spid="35"/>
                                        </p:tgtEl>
                                        <p:attrNameLst>
                                          <p:attrName>ppt_x</p:attrName>
                                        </p:attrNameLst>
                                      </p:cBhvr>
                                      <p:tavLst>
                                        <p:tav tm="0">
                                          <p:val>
                                            <p:strVal val="#ppt_x"/>
                                          </p:val>
                                        </p:tav>
                                        <p:tav tm="100000">
                                          <p:val>
                                            <p:strVal val="#ppt_x"/>
                                          </p:val>
                                        </p:tav>
                                      </p:tavLst>
                                    </p:anim>
                                    <p:anim calcmode="lin" valueType="num">
                                      <p:cBhvr>
                                        <p:cTn id="84" dur="1000" fill="hold"/>
                                        <p:tgtEl>
                                          <p:spTgt spid="35"/>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fade">
                                      <p:cBhvr>
                                        <p:cTn id="87" dur="1000"/>
                                        <p:tgtEl>
                                          <p:spTgt spid="15"/>
                                        </p:tgtEl>
                                      </p:cBhvr>
                                    </p:animEffect>
                                    <p:anim calcmode="lin" valueType="num">
                                      <p:cBhvr>
                                        <p:cTn id="88" dur="1000" fill="hold"/>
                                        <p:tgtEl>
                                          <p:spTgt spid="15"/>
                                        </p:tgtEl>
                                        <p:attrNameLst>
                                          <p:attrName>ppt_x</p:attrName>
                                        </p:attrNameLst>
                                      </p:cBhvr>
                                      <p:tavLst>
                                        <p:tav tm="0">
                                          <p:val>
                                            <p:strVal val="#ppt_x"/>
                                          </p:val>
                                        </p:tav>
                                        <p:tav tm="100000">
                                          <p:val>
                                            <p:strVal val="#ppt_x"/>
                                          </p:val>
                                        </p:tav>
                                      </p:tavLst>
                                    </p:anim>
                                    <p:anim calcmode="lin" valueType="num">
                                      <p:cBhvr>
                                        <p:cTn id="89" dur="1000" fill="hold"/>
                                        <p:tgtEl>
                                          <p:spTgt spid="15"/>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fade">
                                      <p:cBhvr>
                                        <p:cTn id="92" dur="1000"/>
                                        <p:tgtEl>
                                          <p:spTgt spid="16"/>
                                        </p:tgtEl>
                                      </p:cBhvr>
                                    </p:animEffect>
                                    <p:anim calcmode="lin" valueType="num">
                                      <p:cBhvr>
                                        <p:cTn id="93" dur="1000" fill="hold"/>
                                        <p:tgtEl>
                                          <p:spTgt spid="16"/>
                                        </p:tgtEl>
                                        <p:attrNameLst>
                                          <p:attrName>ppt_x</p:attrName>
                                        </p:attrNameLst>
                                      </p:cBhvr>
                                      <p:tavLst>
                                        <p:tav tm="0">
                                          <p:val>
                                            <p:strVal val="#ppt_x"/>
                                          </p:val>
                                        </p:tav>
                                        <p:tav tm="100000">
                                          <p:val>
                                            <p:strVal val="#ppt_x"/>
                                          </p:val>
                                        </p:tav>
                                      </p:tavLst>
                                    </p:anim>
                                    <p:anim calcmode="lin" valueType="num">
                                      <p:cBhvr>
                                        <p:cTn id="94" dur="1000" fill="hold"/>
                                        <p:tgtEl>
                                          <p:spTgt spid="16"/>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1000"/>
                                        <p:tgtEl>
                                          <p:spTgt spid="36"/>
                                        </p:tgtEl>
                                      </p:cBhvr>
                                    </p:animEffect>
                                    <p:anim calcmode="lin" valueType="num">
                                      <p:cBhvr>
                                        <p:cTn id="98" dur="1000" fill="hold"/>
                                        <p:tgtEl>
                                          <p:spTgt spid="36"/>
                                        </p:tgtEl>
                                        <p:attrNameLst>
                                          <p:attrName>ppt_x</p:attrName>
                                        </p:attrNameLst>
                                      </p:cBhvr>
                                      <p:tavLst>
                                        <p:tav tm="0">
                                          <p:val>
                                            <p:strVal val="#ppt_x"/>
                                          </p:val>
                                        </p:tav>
                                        <p:tav tm="100000">
                                          <p:val>
                                            <p:strVal val="#ppt_x"/>
                                          </p:val>
                                        </p:tav>
                                      </p:tavLst>
                                    </p:anim>
                                    <p:anim calcmode="lin" valueType="num">
                                      <p:cBhvr>
                                        <p:cTn id="9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nodeType="clickEffect">
                                  <p:stCondLst>
                                    <p:cond delay="0"/>
                                  </p:stCondLst>
                                  <p:childTnLst>
                                    <p:set>
                                      <p:cBhvr>
                                        <p:cTn id="103" dur="1" fill="hold">
                                          <p:stCondLst>
                                            <p:cond delay="0"/>
                                          </p:stCondLst>
                                        </p:cTn>
                                        <p:tgtEl>
                                          <p:spTgt spid="17"/>
                                        </p:tgtEl>
                                        <p:attrNameLst>
                                          <p:attrName>style.visibility</p:attrName>
                                        </p:attrNameLst>
                                      </p:cBhvr>
                                      <p:to>
                                        <p:strVal val="visible"/>
                                      </p:to>
                                    </p:set>
                                    <p:animEffect transition="in" filter="fade">
                                      <p:cBhvr>
                                        <p:cTn id="104" dur="1000"/>
                                        <p:tgtEl>
                                          <p:spTgt spid="17"/>
                                        </p:tgtEl>
                                      </p:cBhvr>
                                    </p:animEffect>
                                    <p:anim calcmode="lin" valueType="num">
                                      <p:cBhvr>
                                        <p:cTn id="105" dur="1000" fill="hold"/>
                                        <p:tgtEl>
                                          <p:spTgt spid="17"/>
                                        </p:tgtEl>
                                        <p:attrNameLst>
                                          <p:attrName>ppt_x</p:attrName>
                                        </p:attrNameLst>
                                      </p:cBhvr>
                                      <p:tavLst>
                                        <p:tav tm="0">
                                          <p:val>
                                            <p:strVal val="#ppt_x"/>
                                          </p:val>
                                        </p:tav>
                                        <p:tav tm="100000">
                                          <p:val>
                                            <p:strVal val="#ppt_x"/>
                                          </p:val>
                                        </p:tav>
                                      </p:tavLst>
                                    </p:anim>
                                    <p:anim calcmode="lin" valueType="num">
                                      <p:cBhvr>
                                        <p:cTn id="106" dur="1000" fill="hold"/>
                                        <p:tgtEl>
                                          <p:spTgt spid="17"/>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1000"/>
                                        <p:tgtEl>
                                          <p:spTgt spid="37"/>
                                        </p:tgtEl>
                                      </p:cBhvr>
                                    </p:animEffect>
                                    <p:anim calcmode="lin" valueType="num">
                                      <p:cBhvr>
                                        <p:cTn id="110" dur="1000" fill="hold"/>
                                        <p:tgtEl>
                                          <p:spTgt spid="37"/>
                                        </p:tgtEl>
                                        <p:attrNameLst>
                                          <p:attrName>ppt_x</p:attrName>
                                        </p:attrNameLst>
                                      </p:cBhvr>
                                      <p:tavLst>
                                        <p:tav tm="0">
                                          <p:val>
                                            <p:strVal val="#ppt_x"/>
                                          </p:val>
                                        </p:tav>
                                        <p:tav tm="100000">
                                          <p:val>
                                            <p:strVal val="#ppt_x"/>
                                          </p:val>
                                        </p:tav>
                                      </p:tavLst>
                                    </p:anim>
                                    <p:anim calcmode="lin" valueType="num">
                                      <p:cBhvr>
                                        <p:cTn id="111" dur="1000" fill="hold"/>
                                        <p:tgtEl>
                                          <p:spTgt spid="37"/>
                                        </p:tgtEl>
                                        <p:attrNameLst>
                                          <p:attrName>ppt_y</p:attrName>
                                        </p:attrNameLst>
                                      </p:cBhvr>
                                      <p:tavLst>
                                        <p:tav tm="0">
                                          <p:val>
                                            <p:strVal val="#ppt_y+.1"/>
                                          </p:val>
                                        </p:tav>
                                        <p:tav tm="100000">
                                          <p:val>
                                            <p:strVal val="#ppt_y"/>
                                          </p:val>
                                        </p:tav>
                                      </p:tavLst>
                                    </p:anim>
                                  </p:childTnLst>
                                </p:cTn>
                              </p:par>
                              <p:par>
                                <p:cTn id="112" presetID="42" presetClass="entr" presetSubtype="0" fill="hold" nodeType="withEffect">
                                  <p:stCondLst>
                                    <p:cond delay="0"/>
                                  </p:stCondLst>
                                  <p:childTnLst>
                                    <p:set>
                                      <p:cBhvr>
                                        <p:cTn id="113" dur="1" fill="hold">
                                          <p:stCondLst>
                                            <p:cond delay="0"/>
                                          </p:stCondLst>
                                        </p:cTn>
                                        <p:tgtEl>
                                          <p:spTgt spid="18"/>
                                        </p:tgtEl>
                                        <p:attrNameLst>
                                          <p:attrName>style.visibility</p:attrName>
                                        </p:attrNameLst>
                                      </p:cBhvr>
                                      <p:to>
                                        <p:strVal val="visible"/>
                                      </p:to>
                                    </p:set>
                                    <p:animEffect transition="in" filter="fade">
                                      <p:cBhvr>
                                        <p:cTn id="114" dur="1000"/>
                                        <p:tgtEl>
                                          <p:spTgt spid="18"/>
                                        </p:tgtEl>
                                      </p:cBhvr>
                                    </p:animEffect>
                                    <p:anim calcmode="lin" valueType="num">
                                      <p:cBhvr>
                                        <p:cTn id="115" dur="1000" fill="hold"/>
                                        <p:tgtEl>
                                          <p:spTgt spid="18"/>
                                        </p:tgtEl>
                                        <p:attrNameLst>
                                          <p:attrName>ppt_x</p:attrName>
                                        </p:attrNameLst>
                                      </p:cBhvr>
                                      <p:tavLst>
                                        <p:tav tm="0">
                                          <p:val>
                                            <p:strVal val="#ppt_x"/>
                                          </p:val>
                                        </p:tav>
                                        <p:tav tm="100000">
                                          <p:val>
                                            <p:strVal val="#ppt_x"/>
                                          </p:val>
                                        </p:tav>
                                      </p:tavLst>
                                    </p:anim>
                                    <p:anim calcmode="lin" valueType="num">
                                      <p:cBhvr>
                                        <p:cTn id="116" dur="1000" fill="hold"/>
                                        <p:tgtEl>
                                          <p:spTgt spid="18"/>
                                        </p:tgtEl>
                                        <p:attrNameLst>
                                          <p:attrName>ppt_y</p:attrName>
                                        </p:attrNameLst>
                                      </p:cBhvr>
                                      <p:tavLst>
                                        <p:tav tm="0">
                                          <p:val>
                                            <p:strVal val="#ppt_y+.1"/>
                                          </p:val>
                                        </p:tav>
                                        <p:tav tm="100000">
                                          <p:val>
                                            <p:strVal val="#ppt_y"/>
                                          </p:val>
                                        </p:tav>
                                      </p:tavLst>
                                    </p:anim>
                                  </p:childTnLst>
                                </p:cTn>
                              </p:par>
                              <p:par>
                                <p:cTn id="117" presetID="42" presetClass="entr" presetSubtype="0" fill="hold" nodeType="withEffect">
                                  <p:stCondLst>
                                    <p:cond delay="0"/>
                                  </p:stCondLst>
                                  <p:childTnLst>
                                    <p:set>
                                      <p:cBhvr>
                                        <p:cTn id="118" dur="1" fill="hold">
                                          <p:stCondLst>
                                            <p:cond delay="0"/>
                                          </p:stCondLst>
                                        </p:cTn>
                                        <p:tgtEl>
                                          <p:spTgt spid="19"/>
                                        </p:tgtEl>
                                        <p:attrNameLst>
                                          <p:attrName>style.visibility</p:attrName>
                                        </p:attrNameLst>
                                      </p:cBhvr>
                                      <p:to>
                                        <p:strVal val="visible"/>
                                      </p:to>
                                    </p:set>
                                    <p:animEffect transition="in" filter="fade">
                                      <p:cBhvr>
                                        <p:cTn id="119" dur="1000"/>
                                        <p:tgtEl>
                                          <p:spTgt spid="19"/>
                                        </p:tgtEl>
                                      </p:cBhvr>
                                    </p:animEffect>
                                    <p:anim calcmode="lin" valueType="num">
                                      <p:cBhvr>
                                        <p:cTn id="120" dur="1000" fill="hold"/>
                                        <p:tgtEl>
                                          <p:spTgt spid="19"/>
                                        </p:tgtEl>
                                        <p:attrNameLst>
                                          <p:attrName>ppt_x</p:attrName>
                                        </p:attrNameLst>
                                      </p:cBhvr>
                                      <p:tavLst>
                                        <p:tav tm="0">
                                          <p:val>
                                            <p:strVal val="#ppt_x"/>
                                          </p:val>
                                        </p:tav>
                                        <p:tav tm="100000">
                                          <p:val>
                                            <p:strVal val="#ppt_x"/>
                                          </p:val>
                                        </p:tav>
                                      </p:tavLst>
                                    </p:anim>
                                    <p:anim calcmode="lin" valueType="num">
                                      <p:cBhvr>
                                        <p:cTn id="121" dur="1000" fill="hold"/>
                                        <p:tgtEl>
                                          <p:spTgt spid="19"/>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38"/>
                                        </p:tgtEl>
                                        <p:attrNameLst>
                                          <p:attrName>style.visibility</p:attrName>
                                        </p:attrNameLst>
                                      </p:cBhvr>
                                      <p:to>
                                        <p:strVal val="visible"/>
                                      </p:to>
                                    </p:set>
                                    <p:animEffect transition="in" filter="fade">
                                      <p:cBhvr>
                                        <p:cTn id="124" dur="1000"/>
                                        <p:tgtEl>
                                          <p:spTgt spid="38"/>
                                        </p:tgtEl>
                                      </p:cBhvr>
                                    </p:animEffect>
                                    <p:anim calcmode="lin" valueType="num">
                                      <p:cBhvr>
                                        <p:cTn id="125" dur="1000" fill="hold"/>
                                        <p:tgtEl>
                                          <p:spTgt spid="38"/>
                                        </p:tgtEl>
                                        <p:attrNameLst>
                                          <p:attrName>ppt_x</p:attrName>
                                        </p:attrNameLst>
                                      </p:cBhvr>
                                      <p:tavLst>
                                        <p:tav tm="0">
                                          <p:val>
                                            <p:strVal val="#ppt_x"/>
                                          </p:val>
                                        </p:tav>
                                        <p:tav tm="100000">
                                          <p:val>
                                            <p:strVal val="#ppt_x"/>
                                          </p:val>
                                        </p:tav>
                                      </p:tavLst>
                                    </p:anim>
                                    <p:anim calcmode="lin" valueType="num">
                                      <p:cBhvr>
                                        <p:cTn id="12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42" presetClass="entr" presetSubtype="0" fill="hold" nodeType="clickEffect">
                                  <p:stCondLst>
                                    <p:cond delay="0"/>
                                  </p:stCondLst>
                                  <p:childTnLst>
                                    <p:set>
                                      <p:cBhvr>
                                        <p:cTn id="130" dur="1" fill="hold">
                                          <p:stCondLst>
                                            <p:cond delay="0"/>
                                          </p:stCondLst>
                                        </p:cTn>
                                        <p:tgtEl>
                                          <p:spTgt spid="20"/>
                                        </p:tgtEl>
                                        <p:attrNameLst>
                                          <p:attrName>style.visibility</p:attrName>
                                        </p:attrNameLst>
                                      </p:cBhvr>
                                      <p:to>
                                        <p:strVal val="visible"/>
                                      </p:to>
                                    </p:set>
                                    <p:animEffect transition="in" filter="fade">
                                      <p:cBhvr>
                                        <p:cTn id="131" dur="1000"/>
                                        <p:tgtEl>
                                          <p:spTgt spid="20"/>
                                        </p:tgtEl>
                                      </p:cBhvr>
                                    </p:animEffect>
                                    <p:anim calcmode="lin" valueType="num">
                                      <p:cBhvr>
                                        <p:cTn id="132" dur="1000" fill="hold"/>
                                        <p:tgtEl>
                                          <p:spTgt spid="20"/>
                                        </p:tgtEl>
                                        <p:attrNameLst>
                                          <p:attrName>ppt_x</p:attrName>
                                        </p:attrNameLst>
                                      </p:cBhvr>
                                      <p:tavLst>
                                        <p:tav tm="0">
                                          <p:val>
                                            <p:strVal val="#ppt_x"/>
                                          </p:val>
                                        </p:tav>
                                        <p:tav tm="100000">
                                          <p:val>
                                            <p:strVal val="#ppt_x"/>
                                          </p:val>
                                        </p:tav>
                                      </p:tavLst>
                                    </p:anim>
                                    <p:anim calcmode="lin" valueType="num">
                                      <p:cBhvr>
                                        <p:cTn id="133" dur="1000" fill="hold"/>
                                        <p:tgtEl>
                                          <p:spTgt spid="20"/>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9"/>
                                        </p:tgtEl>
                                        <p:attrNameLst>
                                          <p:attrName>style.visibility</p:attrName>
                                        </p:attrNameLst>
                                      </p:cBhvr>
                                      <p:to>
                                        <p:strVal val="visible"/>
                                      </p:to>
                                    </p:set>
                                    <p:animEffect transition="in" filter="fade">
                                      <p:cBhvr>
                                        <p:cTn id="136" dur="1000"/>
                                        <p:tgtEl>
                                          <p:spTgt spid="39"/>
                                        </p:tgtEl>
                                      </p:cBhvr>
                                    </p:animEffect>
                                    <p:anim calcmode="lin" valueType="num">
                                      <p:cBhvr>
                                        <p:cTn id="137" dur="1000" fill="hold"/>
                                        <p:tgtEl>
                                          <p:spTgt spid="39"/>
                                        </p:tgtEl>
                                        <p:attrNameLst>
                                          <p:attrName>ppt_x</p:attrName>
                                        </p:attrNameLst>
                                      </p:cBhvr>
                                      <p:tavLst>
                                        <p:tav tm="0">
                                          <p:val>
                                            <p:strVal val="#ppt_x"/>
                                          </p:val>
                                        </p:tav>
                                        <p:tav tm="100000">
                                          <p:val>
                                            <p:strVal val="#ppt_x"/>
                                          </p:val>
                                        </p:tav>
                                      </p:tavLst>
                                    </p:anim>
                                    <p:anim calcmode="lin" valueType="num">
                                      <p:cBhvr>
                                        <p:cTn id="138" dur="1000" fill="hold"/>
                                        <p:tgtEl>
                                          <p:spTgt spid="39"/>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21"/>
                                        </p:tgtEl>
                                        <p:attrNameLst>
                                          <p:attrName>style.visibility</p:attrName>
                                        </p:attrNameLst>
                                      </p:cBhvr>
                                      <p:to>
                                        <p:strVal val="visible"/>
                                      </p:to>
                                    </p:set>
                                    <p:animEffect transition="in" filter="fade">
                                      <p:cBhvr>
                                        <p:cTn id="141" dur="1000"/>
                                        <p:tgtEl>
                                          <p:spTgt spid="21"/>
                                        </p:tgtEl>
                                      </p:cBhvr>
                                    </p:animEffect>
                                    <p:anim calcmode="lin" valueType="num">
                                      <p:cBhvr>
                                        <p:cTn id="142" dur="1000" fill="hold"/>
                                        <p:tgtEl>
                                          <p:spTgt spid="21"/>
                                        </p:tgtEl>
                                        <p:attrNameLst>
                                          <p:attrName>ppt_x</p:attrName>
                                        </p:attrNameLst>
                                      </p:cBhvr>
                                      <p:tavLst>
                                        <p:tav tm="0">
                                          <p:val>
                                            <p:strVal val="#ppt_x"/>
                                          </p:val>
                                        </p:tav>
                                        <p:tav tm="100000">
                                          <p:val>
                                            <p:strVal val="#ppt_x"/>
                                          </p:val>
                                        </p:tav>
                                      </p:tavLst>
                                    </p:anim>
                                    <p:anim calcmode="lin" valueType="num">
                                      <p:cBhvr>
                                        <p:cTn id="143" dur="1000" fill="hold"/>
                                        <p:tgtEl>
                                          <p:spTgt spid="21"/>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22"/>
                                        </p:tgtEl>
                                        <p:attrNameLst>
                                          <p:attrName>style.visibility</p:attrName>
                                        </p:attrNameLst>
                                      </p:cBhvr>
                                      <p:to>
                                        <p:strVal val="visible"/>
                                      </p:to>
                                    </p:set>
                                    <p:animEffect transition="in" filter="fade">
                                      <p:cBhvr>
                                        <p:cTn id="146" dur="1000"/>
                                        <p:tgtEl>
                                          <p:spTgt spid="22"/>
                                        </p:tgtEl>
                                      </p:cBhvr>
                                    </p:animEffect>
                                    <p:anim calcmode="lin" valueType="num">
                                      <p:cBhvr>
                                        <p:cTn id="147" dur="1000" fill="hold"/>
                                        <p:tgtEl>
                                          <p:spTgt spid="22"/>
                                        </p:tgtEl>
                                        <p:attrNameLst>
                                          <p:attrName>ppt_x</p:attrName>
                                        </p:attrNameLst>
                                      </p:cBhvr>
                                      <p:tavLst>
                                        <p:tav tm="0">
                                          <p:val>
                                            <p:strVal val="#ppt_x"/>
                                          </p:val>
                                        </p:tav>
                                        <p:tav tm="100000">
                                          <p:val>
                                            <p:strVal val="#ppt_x"/>
                                          </p:val>
                                        </p:tav>
                                      </p:tavLst>
                                    </p:anim>
                                    <p:anim calcmode="lin" valueType="num">
                                      <p:cBhvr>
                                        <p:cTn id="148" dur="1000" fill="hold"/>
                                        <p:tgtEl>
                                          <p:spTgt spid="22"/>
                                        </p:tgtEl>
                                        <p:attrNameLst>
                                          <p:attrName>ppt_y</p:attrName>
                                        </p:attrNameLst>
                                      </p:cBhvr>
                                      <p:tavLst>
                                        <p:tav tm="0">
                                          <p:val>
                                            <p:strVal val="#ppt_y+.1"/>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1000"/>
                                        <p:tgtEl>
                                          <p:spTgt spid="40"/>
                                        </p:tgtEl>
                                      </p:cBhvr>
                                    </p:animEffect>
                                    <p:anim calcmode="lin" valueType="num">
                                      <p:cBhvr>
                                        <p:cTn id="152" dur="1000" fill="hold"/>
                                        <p:tgtEl>
                                          <p:spTgt spid="40"/>
                                        </p:tgtEl>
                                        <p:attrNameLst>
                                          <p:attrName>ppt_x</p:attrName>
                                        </p:attrNameLst>
                                      </p:cBhvr>
                                      <p:tavLst>
                                        <p:tav tm="0">
                                          <p:val>
                                            <p:strVal val="#ppt_x"/>
                                          </p:val>
                                        </p:tav>
                                        <p:tav tm="100000">
                                          <p:val>
                                            <p:strVal val="#ppt_x"/>
                                          </p:val>
                                        </p:tav>
                                      </p:tavLst>
                                    </p:anim>
                                    <p:anim calcmode="lin" valueType="num">
                                      <p:cBhvr>
                                        <p:cTn id="15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42" presetClass="entr" presetSubtype="0" fill="hold" nodeType="clickEffect">
                                  <p:stCondLst>
                                    <p:cond delay="0"/>
                                  </p:stCondLst>
                                  <p:childTnLst>
                                    <p:set>
                                      <p:cBhvr>
                                        <p:cTn id="157" dur="1" fill="hold">
                                          <p:stCondLst>
                                            <p:cond delay="0"/>
                                          </p:stCondLst>
                                        </p:cTn>
                                        <p:tgtEl>
                                          <p:spTgt spid="23"/>
                                        </p:tgtEl>
                                        <p:attrNameLst>
                                          <p:attrName>style.visibility</p:attrName>
                                        </p:attrNameLst>
                                      </p:cBhvr>
                                      <p:to>
                                        <p:strVal val="visible"/>
                                      </p:to>
                                    </p:set>
                                    <p:animEffect transition="in" filter="fade">
                                      <p:cBhvr>
                                        <p:cTn id="158" dur="1000"/>
                                        <p:tgtEl>
                                          <p:spTgt spid="23"/>
                                        </p:tgtEl>
                                      </p:cBhvr>
                                    </p:animEffect>
                                    <p:anim calcmode="lin" valueType="num">
                                      <p:cBhvr>
                                        <p:cTn id="159" dur="1000" fill="hold"/>
                                        <p:tgtEl>
                                          <p:spTgt spid="23"/>
                                        </p:tgtEl>
                                        <p:attrNameLst>
                                          <p:attrName>ppt_x</p:attrName>
                                        </p:attrNameLst>
                                      </p:cBhvr>
                                      <p:tavLst>
                                        <p:tav tm="0">
                                          <p:val>
                                            <p:strVal val="#ppt_x"/>
                                          </p:val>
                                        </p:tav>
                                        <p:tav tm="100000">
                                          <p:val>
                                            <p:strVal val="#ppt_x"/>
                                          </p:val>
                                        </p:tav>
                                      </p:tavLst>
                                    </p:anim>
                                    <p:anim calcmode="lin" valueType="num">
                                      <p:cBhvr>
                                        <p:cTn id="160" dur="1000" fill="hold"/>
                                        <p:tgtEl>
                                          <p:spTgt spid="23"/>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41"/>
                                        </p:tgtEl>
                                        <p:attrNameLst>
                                          <p:attrName>style.visibility</p:attrName>
                                        </p:attrNameLst>
                                      </p:cBhvr>
                                      <p:to>
                                        <p:strVal val="visible"/>
                                      </p:to>
                                    </p:set>
                                    <p:animEffect transition="in" filter="fade">
                                      <p:cBhvr>
                                        <p:cTn id="163" dur="1000"/>
                                        <p:tgtEl>
                                          <p:spTgt spid="41"/>
                                        </p:tgtEl>
                                      </p:cBhvr>
                                    </p:animEffect>
                                    <p:anim calcmode="lin" valueType="num">
                                      <p:cBhvr>
                                        <p:cTn id="164" dur="1000" fill="hold"/>
                                        <p:tgtEl>
                                          <p:spTgt spid="41"/>
                                        </p:tgtEl>
                                        <p:attrNameLst>
                                          <p:attrName>ppt_x</p:attrName>
                                        </p:attrNameLst>
                                      </p:cBhvr>
                                      <p:tavLst>
                                        <p:tav tm="0">
                                          <p:val>
                                            <p:strVal val="#ppt_x"/>
                                          </p:val>
                                        </p:tav>
                                        <p:tav tm="100000">
                                          <p:val>
                                            <p:strVal val="#ppt_x"/>
                                          </p:val>
                                        </p:tav>
                                      </p:tavLst>
                                    </p:anim>
                                    <p:anim calcmode="lin" valueType="num">
                                      <p:cBhvr>
                                        <p:cTn id="165" dur="1000" fill="hold"/>
                                        <p:tgtEl>
                                          <p:spTgt spid="41"/>
                                        </p:tgtEl>
                                        <p:attrNameLst>
                                          <p:attrName>ppt_y</p:attrName>
                                        </p:attrNameLst>
                                      </p:cBhvr>
                                      <p:tavLst>
                                        <p:tav tm="0">
                                          <p:val>
                                            <p:strVal val="#ppt_y+.1"/>
                                          </p:val>
                                        </p:tav>
                                        <p:tav tm="100000">
                                          <p:val>
                                            <p:strVal val="#ppt_y"/>
                                          </p:val>
                                        </p:tav>
                                      </p:tavLst>
                                    </p:anim>
                                  </p:childTnLst>
                                </p:cTn>
                              </p:par>
                              <p:par>
                                <p:cTn id="166" presetID="42" presetClass="entr" presetSubtype="0" fill="hold" nodeType="withEffect">
                                  <p:stCondLst>
                                    <p:cond delay="0"/>
                                  </p:stCondLst>
                                  <p:childTnLst>
                                    <p:set>
                                      <p:cBhvr>
                                        <p:cTn id="167" dur="1" fill="hold">
                                          <p:stCondLst>
                                            <p:cond delay="0"/>
                                          </p:stCondLst>
                                        </p:cTn>
                                        <p:tgtEl>
                                          <p:spTgt spid="24"/>
                                        </p:tgtEl>
                                        <p:attrNameLst>
                                          <p:attrName>style.visibility</p:attrName>
                                        </p:attrNameLst>
                                      </p:cBhvr>
                                      <p:to>
                                        <p:strVal val="visible"/>
                                      </p:to>
                                    </p:set>
                                    <p:animEffect transition="in" filter="fade">
                                      <p:cBhvr>
                                        <p:cTn id="168" dur="1000"/>
                                        <p:tgtEl>
                                          <p:spTgt spid="24"/>
                                        </p:tgtEl>
                                      </p:cBhvr>
                                    </p:animEffect>
                                    <p:anim calcmode="lin" valueType="num">
                                      <p:cBhvr>
                                        <p:cTn id="169" dur="1000" fill="hold"/>
                                        <p:tgtEl>
                                          <p:spTgt spid="24"/>
                                        </p:tgtEl>
                                        <p:attrNameLst>
                                          <p:attrName>ppt_x</p:attrName>
                                        </p:attrNameLst>
                                      </p:cBhvr>
                                      <p:tavLst>
                                        <p:tav tm="0">
                                          <p:val>
                                            <p:strVal val="#ppt_x"/>
                                          </p:val>
                                        </p:tav>
                                        <p:tav tm="100000">
                                          <p:val>
                                            <p:strVal val="#ppt_x"/>
                                          </p:val>
                                        </p:tav>
                                      </p:tavLst>
                                    </p:anim>
                                    <p:anim calcmode="lin" valueType="num">
                                      <p:cBhvr>
                                        <p:cTn id="170" dur="1000" fill="hold"/>
                                        <p:tgtEl>
                                          <p:spTgt spid="24"/>
                                        </p:tgtEl>
                                        <p:attrNameLst>
                                          <p:attrName>ppt_y</p:attrName>
                                        </p:attrNameLst>
                                      </p:cBhvr>
                                      <p:tavLst>
                                        <p:tav tm="0">
                                          <p:val>
                                            <p:strVal val="#ppt_y+.1"/>
                                          </p:val>
                                        </p:tav>
                                        <p:tav tm="100000">
                                          <p:val>
                                            <p:strVal val="#ppt_y"/>
                                          </p:val>
                                        </p:tav>
                                      </p:tavLst>
                                    </p:anim>
                                  </p:childTnLst>
                                </p:cTn>
                              </p:par>
                              <p:par>
                                <p:cTn id="171" presetID="42" presetClass="entr" presetSubtype="0" fill="hold" nodeType="withEffect">
                                  <p:stCondLst>
                                    <p:cond delay="0"/>
                                  </p:stCondLst>
                                  <p:childTnLst>
                                    <p:set>
                                      <p:cBhvr>
                                        <p:cTn id="172" dur="1" fill="hold">
                                          <p:stCondLst>
                                            <p:cond delay="0"/>
                                          </p:stCondLst>
                                        </p:cTn>
                                        <p:tgtEl>
                                          <p:spTgt spid="25"/>
                                        </p:tgtEl>
                                        <p:attrNameLst>
                                          <p:attrName>style.visibility</p:attrName>
                                        </p:attrNameLst>
                                      </p:cBhvr>
                                      <p:to>
                                        <p:strVal val="visible"/>
                                      </p:to>
                                    </p:set>
                                    <p:animEffect transition="in" filter="fade">
                                      <p:cBhvr>
                                        <p:cTn id="173" dur="1000"/>
                                        <p:tgtEl>
                                          <p:spTgt spid="25"/>
                                        </p:tgtEl>
                                      </p:cBhvr>
                                    </p:animEffect>
                                    <p:anim calcmode="lin" valueType="num">
                                      <p:cBhvr>
                                        <p:cTn id="174" dur="1000" fill="hold"/>
                                        <p:tgtEl>
                                          <p:spTgt spid="25"/>
                                        </p:tgtEl>
                                        <p:attrNameLst>
                                          <p:attrName>ppt_x</p:attrName>
                                        </p:attrNameLst>
                                      </p:cBhvr>
                                      <p:tavLst>
                                        <p:tav tm="0">
                                          <p:val>
                                            <p:strVal val="#ppt_x"/>
                                          </p:val>
                                        </p:tav>
                                        <p:tav tm="100000">
                                          <p:val>
                                            <p:strVal val="#ppt_x"/>
                                          </p:val>
                                        </p:tav>
                                      </p:tavLst>
                                    </p:anim>
                                    <p:anim calcmode="lin" valueType="num">
                                      <p:cBhvr>
                                        <p:cTn id="175" dur="1000" fill="hold"/>
                                        <p:tgtEl>
                                          <p:spTgt spid="25"/>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42"/>
                                        </p:tgtEl>
                                        <p:attrNameLst>
                                          <p:attrName>style.visibility</p:attrName>
                                        </p:attrNameLst>
                                      </p:cBhvr>
                                      <p:to>
                                        <p:strVal val="visible"/>
                                      </p:to>
                                    </p:set>
                                    <p:animEffect transition="in" filter="fade">
                                      <p:cBhvr>
                                        <p:cTn id="178" dur="1000"/>
                                        <p:tgtEl>
                                          <p:spTgt spid="42"/>
                                        </p:tgtEl>
                                      </p:cBhvr>
                                    </p:animEffect>
                                    <p:anim calcmode="lin" valueType="num">
                                      <p:cBhvr>
                                        <p:cTn id="179" dur="1000" fill="hold"/>
                                        <p:tgtEl>
                                          <p:spTgt spid="42"/>
                                        </p:tgtEl>
                                        <p:attrNameLst>
                                          <p:attrName>ppt_x</p:attrName>
                                        </p:attrNameLst>
                                      </p:cBhvr>
                                      <p:tavLst>
                                        <p:tav tm="0">
                                          <p:val>
                                            <p:strVal val="#ppt_x"/>
                                          </p:val>
                                        </p:tav>
                                        <p:tav tm="100000">
                                          <p:val>
                                            <p:strVal val="#ppt_x"/>
                                          </p:val>
                                        </p:tav>
                                      </p:tavLst>
                                    </p:anim>
                                    <p:anim calcmode="lin" valueType="num">
                                      <p:cBhvr>
                                        <p:cTn id="180"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42" presetClass="entr" presetSubtype="0" fill="hold" nodeType="clickEffect">
                                  <p:stCondLst>
                                    <p:cond delay="0"/>
                                  </p:stCondLst>
                                  <p:childTnLst>
                                    <p:set>
                                      <p:cBhvr>
                                        <p:cTn id="184" dur="1" fill="hold">
                                          <p:stCondLst>
                                            <p:cond delay="0"/>
                                          </p:stCondLst>
                                        </p:cTn>
                                        <p:tgtEl>
                                          <p:spTgt spid="11"/>
                                        </p:tgtEl>
                                        <p:attrNameLst>
                                          <p:attrName>style.visibility</p:attrName>
                                        </p:attrNameLst>
                                      </p:cBhvr>
                                      <p:to>
                                        <p:strVal val="visible"/>
                                      </p:to>
                                    </p:set>
                                    <p:animEffect transition="in" filter="fade">
                                      <p:cBhvr>
                                        <p:cTn id="185" dur="1000"/>
                                        <p:tgtEl>
                                          <p:spTgt spid="11"/>
                                        </p:tgtEl>
                                      </p:cBhvr>
                                    </p:animEffect>
                                    <p:anim calcmode="lin" valueType="num">
                                      <p:cBhvr>
                                        <p:cTn id="186" dur="1000" fill="hold"/>
                                        <p:tgtEl>
                                          <p:spTgt spid="11"/>
                                        </p:tgtEl>
                                        <p:attrNameLst>
                                          <p:attrName>ppt_x</p:attrName>
                                        </p:attrNameLst>
                                      </p:cBhvr>
                                      <p:tavLst>
                                        <p:tav tm="0">
                                          <p:val>
                                            <p:strVal val="#ppt_x"/>
                                          </p:val>
                                        </p:tav>
                                        <p:tav tm="100000">
                                          <p:val>
                                            <p:strVal val="#ppt_x"/>
                                          </p:val>
                                        </p:tav>
                                      </p:tavLst>
                                    </p:anim>
                                    <p:anim calcmode="lin" valueType="num">
                                      <p:cBhvr>
                                        <p:cTn id="187" dur="1000" fill="hold"/>
                                        <p:tgtEl>
                                          <p:spTgt spid="11"/>
                                        </p:tgtEl>
                                        <p:attrNameLst>
                                          <p:attrName>ppt_y</p:attrName>
                                        </p:attrNameLst>
                                      </p:cBhvr>
                                      <p:tavLst>
                                        <p:tav tm="0">
                                          <p:val>
                                            <p:strVal val="#ppt_y+.1"/>
                                          </p:val>
                                        </p:tav>
                                        <p:tav tm="100000">
                                          <p:val>
                                            <p:strVal val="#ppt_y"/>
                                          </p:val>
                                        </p:tav>
                                      </p:tavLst>
                                    </p:anim>
                                  </p:childTnLst>
                                </p:cTn>
                              </p:par>
                              <p:par>
                                <p:cTn id="188" presetID="42" presetClass="entr" presetSubtype="0" fill="hold" grpId="0" nodeType="withEffect">
                                  <p:stCondLst>
                                    <p:cond delay="0"/>
                                  </p:stCondLst>
                                  <p:childTnLst>
                                    <p:set>
                                      <p:cBhvr>
                                        <p:cTn id="189" dur="1" fill="hold">
                                          <p:stCondLst>
                                            <p:cond delay="0"/>
                                          </p:stCondLst>
                                        </p:cTn>
                                        <p:tgtEl>
                                          <p:spTgt spid="32"/>
                                        </p:tgtEl>
                                        <p:attrNameLst>
                                          <p:attrName>style.visibility</p:attrName>
                                        </p:attrNameLst>
                                      </p:cBhvr>
                                      <p:to>
                                        <p:strVal val="visible"/>
                                      </p:to>
                                    </p:set>
                                    <p:animEffect transition="in" filter="fade">
                                      <p:cBhvr>
                                        <p:cTn id="190" dur="1000"/>
                                        <p:tgtEl>
                                          <p:spTgt spid="32"/>
                                        </p:tgtEl>
                                      </p:cBhvr>
                                    </p:animEffect>
                                    <p:anim calcmode="lin" valueType="num">
                                      <p:cBhvr>
                                        <p:cTn id="191" dur="1000" fill="hold"/>
                                        <p:tgtEl>
                                          <p:spTgt spid="32"/>
                                        </p:tgtEl>
                                        <p:attrNameLst>
                                          <p:attrName>ppt_x</p:attrName>
                                        </p:attrNameLst>
                                      </p:cBhvr>
                                      <p:tavLst>
                                        <p:tav tm="0">
                                          <p:val>
                                            <p:strVal val="#ppt_x"/>
                                          </p:val>
                                        </p:tav>
                                        <p:tav tm="100000">
                                          <p:val>
                                            <p:strVal val="#ppt_x"/>
                                          </p:val>
                                        </p:tav>
                                      </p:tavLst>
                                    </p:anim>
                                    <p:anim calcmode="lin" valueType="num">
                                      <p:cBhvr>
                                        <p:cTn id="192" dur="1000" fill="hold"/>
                                        <p:tgtEl>
                                          <p:spTgt spid="32"/>
                                        </p:tgtEl>
                                        <p:attrNameLst>
                                          <p:attrName>ppt_y</p:attrName>
                                        </p:attrNameLst>
                                      </p:cBhvr>
                                      <p:tavLst>
                                        <p:tav tm="0">
                                          <p:val>
                                            <p:strVal val="#ppt_y+.1"/>
                                          </p:val>
                                        </p:tav>
                                        <p:tav tm="100000">
                                          <p:val>
                                            <p:strVal val="#ppt_y"/>
                                          </p:val>
                                        </p:tav>
                                      </p:tavLst>
                                    </p:anim>
                                  </p:childTnLst>
                                </p:cTn>
                              </p:par>
                              <p:par>
                                <p:cTn id="193" presetID="42" presetClass="entr" presetSubtype="0" fill="hold" nodeType="withEffect">
                                  <p:stCondLst>
                                    <p:cond delay="0"/>
                                  </p:stCondLst>
                                  <p:childTnLst>
                                    <p:set>
                                      <p:cBhvr>
                                        <p:cTn id="194" dur="1" fill="hold">
                                          <p:stCondLst>
                                            <p:cond delay="0"/>
                                          </p:stCondLst>
                                        </p:cTn>
                                        <p:tgtEl>
                                          <p:spTgt spid="12"/>
                                        </p:tgtEl>
                                        <p:attrNameLst>
                                          <p:attrName>style.visibility</p:attrName>
                                        </p:attrNameLst>
                                      </p:cBhvr>
                                      <p:to>
                                        <p:strVal val="visible"/>
                                      </p:to>
                                    </p:set>
                                    <p:animEffect transition="in" filter="fade">
                                      <p:cBhvr>
                                        <p:cTn id="195" dur="1000"/>
                                        <p:tgtEl>
                                          <p:spTgt spid="12"/>
                                        </p:tgtEl>
                                      </p:cBhvr>
                                    </p:animEffect>
                                    <p:anim calcmode="lin" valueType="num">
                                      <p:cBhvr>
                                        <p:cTn id="196" dur="1000" fill="hold"/>
                                        <p:tgtEl>
                                          <p:spTgt spid="12"/>
                                        </p:tgtEl>
                                        <p:attrNameLst>
                                          <p:attrName>ppt_x</p:attrName>
                                        </p:attrNameLst>
                                      </p:cBhvr>
                                      <p:tavLst>
                                        <p:tav tm="0">
                                          <p:val>
                                            <p:strVal val="#ppt_x"/>
                                          </p:val>
                                        </p:tav>
                                        <p:tav tm="100000">
                                          <p:val>
                                            <p:strVal val="#ppt_x"/>
                                          </p:val>
                                        </p:tav>
                                      </p:tavLst>
                                    </p:anim>
                                    <p:anim calcmode="lin" valueType="num">
                                      <p:cBhvr>
                                        <p:cTn id="19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2" presetClass="entr" presetSubtype="0" fill="hold" grpId="0" nodeType="clickEffect">
                                  <p:stCondLst>
                                    <p:cond delay="0"/>
                                  </p:stCondLst>
                                  <p:childTnLst>
                                    <p:set>
                                      <p:cBhvr>
                                        <p:cTn id="201" dur="1" fill="hold">
                                          <p:stCondLst>
                                            <p:cond delay="0"/>
                                          </p:stCondLst>
                                        </p:cTn>
                                        <p:tgtEl>
                                          <p:spTgt spid="33"/>
                                        </p:tgtEl>
                                        <p:attrNameLst>
                                          <p:attrName>style.visibility</p:attrName>
                                        </p:attrNameLst>
                                      </p:cBhvr>
                                      <p:to>
                                        <p:strVal val="visible"/>
                                      </p:to>
                                    </p:set>
                                    <p:animEffect transition="in" filter="fade">
                                      <p:cBhvr>
                                        <p:cTn id="202" dur="1000"/>
                                        <p:tgtEl>
                                          <p:spTgt spid="33"/>
                                        </p:tgtEl>
                                      </p:cBhvr>
                                    </p:animEffect>
                                    <p:anim calcmode="lin" valueType="num">
                                      <p:cBhvr>
                                        <p:cTn id="203" dur="1000" fill="hold"/>
                                        <p:tgtEl>
                                          <p:spTgt spid="33"/>
                                        </p:tgtEl>
                                        <p:attrNameLst>
                                          <p:attrName>ppt_x</p:attrName>
                                        </p:attrNameLst>
                                      </p:cBhvr>
                                      <p:tavLst>
                                        <p:tav tm="0">
                                          <p:val>
                                            <p:strVal val="#ppt_x"/>
                                          </p:val>
                                        </p:tav>
                                        <p:tav tm="100000">
                                          <p:val>
                                            <p:strVal val="#ppt_x"/>
                                          </p:val>
                                        </p:tav>
                                      </p:tavLst>
                                    </p:anim>
                                    <p:anim calcmode="lin" valueType="num">
                                      <p:cBhvr>
                                        <p:cTn id="20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1547</Words>
  <Application>Microsoft Office PowerPoint</Application>
  <PresentationFormat>Widescreen</PresentationFormat>
  <Paragraphs>240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Hoàng</cp:lastModifiedBy>
  <cp:revision>2</cp:revision>
  <dcterms:created xsi:type="dcterms:W3CDTF">2025-12-19T06:02:25Z</dcterms:created>
  <dcterms:modified xsi:type="dcterms:W3CDTF">2025-12-19T07:15:59Z</dcterms:modified>
</cp:coreProperties>
</file>